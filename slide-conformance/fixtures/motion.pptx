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0AE40-58AD-4269-64CC-BE627DB07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0B836A4-6911-695D-037A-89F62EB49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EFD630-5162-09CA-65B7-6F2C53E9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B75602-3EAD-17DD-BF0B-1F79C5BA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F6C811-0BF0-A397-9A2A-9E5F9692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630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064D19-0FAE-679F-BA74-805FA5F8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4DD91F-6EFC-0A6E-C9D9-7C8B7762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7C133A-73C4-3016-72CF-321409C0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31F4C1-5734-326D-2A9B-F038D93C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1FCCEA-D32D-A791-AAF9-0A73691E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50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AB6056-6577-550B-962E-C589CE5E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6706D-907B-5398-8FE4-88DAE979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295520-73A6-6221-8904-503AA68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386E6-7C60-C001-E3D7-FC091867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82510-B322-0D5E-823A-6B53EE5A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60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C896D-8720-1FDC-B92F-7EDF8D62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E6F7E1-6D42-60A9-3D61-5F5EDAAEDC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1B38DF-F4C5-4AA1-FF4B-36BC9DDF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ADA267-288C-A3A4-D96B-14DC1C7D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C734DB-05E9-628C-6001-DABD3715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AD4FFE-7B6C-1817-98A7-1D773E79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48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80318-430B-ADE8-305C-C30423A0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A1B237-EA6C-C632-EA00-3C028CE8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02B168-885A-6B13-C5E3-E9C433E73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8FC95C-CC6D-53E8-AC17-3A29876A7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1D96AA-5A0E-0C73-CCF4-FD0CD71D1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9494BEA-762F-DD2C-C309-4BDE0F56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188FBC9-3009-496E-0163-79478432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EDA02DE-9031-B6C3-9B2F-047809BD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83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EADF7-ACF8-4AAF-A568-DB9161D9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39C20D-4B3D-FC08-A3A5-41B07786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945A7C-430A-1479-74FE-F4C087AC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67B68B-8D31-29FA-011E-20761ACE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10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C2FAFE8-DAB8-7C62-5047-439F2438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A59E00-A487-D9BE-F082-6CAF6271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7394E9-A10B-D7C0-06B4-3055DE04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69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634FA-A31A-2CA5-73FB-8CD8F3ED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58712D-E9D8-0B7E-9B0A-DDFBDB7B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4A23A3-CAD5-6FB7-34B0-48B6E0F73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8AC123-82AB-8139-980A-040EE7EA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65C4D2-EC0B-4559-18A4-1618C09E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F2C2F2-5AB7-F887-ACB3-0C344591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72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7563F-0225-B908-3EFC-7A24623A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B73017-A810-F844-BA16-019AEEF9CC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42960B-624C-0DE4-F2D3-BAD7C4B70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2651CF-99D8-1CEC-31D2-5E0C1CF7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D213D7-8D49-E322-286C-CB40500E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9382A7-CA4F-6898-8DA2-4A4C4362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48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B89E9-7BFE-5498-BCE0-EAC48DB6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1D7A7BD-B604-607C-3A7A-E12068BE9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CA3AD2-F816-86F8-0FB6-532ED1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C56FF2-9FB6-A8EA-D0D9-C7C3C048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1F3F80-1F94-5612-5A1C-263B166E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89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E0E010B-DE37-9FF4-CA54-C9054748F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448C22-96A1-6433-470B-4749E83B8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26E5C1-0A24-3836-EC40-89F7EC7E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71F98B-2305-3DB9-690B-683816F8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BCE72F-B965-5BC7-3B59-CD641F81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41D4D8-423C-A091-1BA9-B4824767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30E9E0-82F4-A646-0605-4CFEEF1D6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62A8D3-D1A3-F630-7870-29911A7F0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C78AC-792B-A440-A9F4-40E10543BAA6}" type="datetimeFigureOut">
              <a:rPr lang="de-DE" smtClean="0"/>
              <a:t>05.10.26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7DF6EE-94C6-793D-B86A-A8FB7058C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4FAC9D-441C-29F8-B3AC-059122AC5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19AA5-BE2D-454E-BC22-1E0DAAFB0FA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119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48F1441-BF5B-AD30-247A-BBAE56E1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Transition: fade</a:t>
            </a:r>
          </a:p>
        </p:txBody>
      </p:sp>
    </p:spTree>
    <p:extLst>
      <p:ext uri="{BB962C8B-B14F-4D97-AF65-F5344CB8AC3E}">
        <p14:creationId xmlns:p14="http://schemas.microsoft.com/office/powerpoint/2010/main" val="42022812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632DE3F-91B1-BD69-7A17-930BBE84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Transition: push left</a:t>
            </a:r>
          </a:p>
        </p:txBody>
      </p:sp>
    </p:spTree>
    <p:extLst>
      <p:ext uri="{BB962C8B-B14F-4D97-AF65-F5344CB8AC3E}">
        <p14:creationId xmlns:p14="http://schemas.microsoft.com/office/powerpoint/2010/main" val="110498529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1CAF083-6110-9F95-4F43-CDAE9056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Transition: wipe down</a:t>
            </a:r>
          </a:p>
        </p:txBody>
      </p:sp>
    </p:spTree>
    <p:extLst>
      <p:ext uri="{BB962C8B-B14F-4D97-AF65-F5344CB8AC3E}">
        <p14:creationId xmlns:p14="http://schemas.microsoft.com/office/powerpoint/2010/main" val="273668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 dir="d"/>
      </p:transition>
    </mc:Choice>
    <mc:Fallback>
      <p:transition spd="slow">
        <p:wipe dir="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3E2256A-CEFD-DB38-8836-3DC8C59B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Transition: cut</a:t>
            </a:r>
          </a:p>
        </p:txBody>
      </p:sp>
    </p:spTree>
    <p:extLst>
      <p:ext uri="{BB962C8B-B14F-4D97-AF65-F5344CB8AC3E}">
        <p14:creationId xmlns:p14="http://schemas.microsoft.com/office/powerpoint/2010/main" val="66112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5294AE9-3F14-AED1-A683-EBF71CB8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Builds</a:t>
            </a:r>
          </a:p>
        </p:txBody>
      </p:sp>
      <p:sp>
        <p:nvSpPr>
          <p:cNvPr id="4" name="appear on click">
            <a:extLst>
              <a:ext uri="{FF2B5EF4-FFF2-40B4-BE49-F238E27FC236}">
                <a16:creationId xmlns:a16="http://schemas.microsoft.com/office/drawing/2014/main" id="{3974EA31-7505-5390-86D1-B2154A740B6E}"/>
              </a:ext>
            </a:extLst>
          </p:cNvPr>
          <p:cNvSpPr/>
          <p:nvPr/>
        </p:nvSpPr>
        <p:spPr>
          <a:xfrm>
            <a:off x="762000" y="2540000"/>
            <a:ext cx="2286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appear on click</a:t>
            </a:r>
          </a:p>
        </p:txBody>
      </p:sp>
      <p:sp>
        <p:nvSpPr>
          <p:cNvPr id="5" name="fade with previous">
            <a:extLst>
              <a:ext uri="{FF2B5EF4-FFF2-40B4-BE49-F238E27FC236}">
                <a16:creationId xmlns:a16="http://schemas.microsoft.com/office/drawing/2014/main" id="{76F77C3D-6BB5-1718-4A4A-4D96BEC69CC2}"/>
              </a:ext>
            </a:extLst>
          </p:cNvPr>
          <p:cNvSpPr/>
          <p:nvPr/>
        </p:nvSpPr>
        <p:spPr>
          <a:xfrm>
            <a:off x="3556000" y="2540000"/>
            <a:ext cx="2286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with previous</a:t>
            </a:r>
          </a:p>
        </p:txBody>
      </p:sp>
      <p:sp>
        <p:nvSpPr>
          <p:cNvPr id="6" name="fade after previous">
            <a:extLst>
              <a:ext uri="{FF2B5EF4-FFF2-40B4-BE49-F238E27FC236}">
                <a16:creationId xmlns:a16="http://schemas.microsoft.com/office/drawing/2014/main" id="{C7E9F9FB-5830-0C95-F03B-EB8DD499A9EC}"/>
              </a:ext>
            </a:extLst>
          </p:cNvPr>
          <p:cNvSpPr/>
          <p:nvPr/>
        </p:nvSpPr>
        <p:spPr>
          <a:xfrm>
            <a:off x="6350000" y="2540000"/>
            <a:ext cx="2286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after previous</a:t>
            </a:r>
          </a:p>
        </p:txBody>
      </p:sp>
      <p:sp>
        <p:nvSpPr>
          <p:cNvPr id="7" name="appear on click 2">
            <a:extLst>
              <a:ext uri="{FF2B5EF4-FFF2-40B4-BE49-F238E27FC236}">
                <a16:creationId xmlns:a16="http://schemas.microsoft.com/office/drawing/2014/main" id="{CF6E1485-A00D-3C16-CF88-10C9DDE38E30}"/>
              </a:ext>
            </a:extLst>
          </p:cNvPr>
          <p:cNvSpPr/>
          <p:nvPr/>
        </p:nvSpPr>
        <p:spPr>
          <a:xfrm>
            <a:off x="9144000" y="2540000"/>
            <a:ext cx="2286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appear on click 2</a:t>
            </a:r>
          </a:p>
        </p:txBody>
      </p:sp>
    </p:spTree>
    <p:extLst>
      <p:ext uri="{BB962C8B-B14F-4D97-AF65-F5344CB8AC3E}">
        <p14:creationId xmlns:p14="http://schemas.microsoft.com/office/powerpoint/2010/main" val="1671974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Macintosh PowerPoint</Application>
  <PresentationFormat>Breitbild</PresentationFormat>
  <Paragraphs>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Transition: fade</vt:lpstr>
      <vt:lpstr>Transition: push left</vt:lpstr>
      <vt:lpstr>Transition: wipe down</vt:lpstr>
      <vt:lpstr>Transition: cut</vt:lpstr>
      <vt:lpstr>Builds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2026-10-05T14:34:45Z</dcterms:created>
  <dcterms:modified xsi:type="dcterms:W3CDTF">2026-10-05T14:34:46Z</dcterms:modified>
</cp:coreProperties>
</file>