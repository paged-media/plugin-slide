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498FE-1EF9-73C0-3D2F-21C8B9867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382D60-32D7-A2A2-7BE8-51B1A31CB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E996DC-63D5-2056-E8BE-224464B7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A406A0-8388-93DC-89B9-D3A7DDDE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5BCC02-B097-E65F-E9CB-A0D5026B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2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191E3-1FD7-FD24-C8CA-0489E134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5FFCE2-6DCD-A414-49B8-3CFB25BD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79B9BD-86E2-38E4-38C8-F5A44B37E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97259A-6D7A-8599-BE7C-3FE68524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7ABB0B-E6A8-169F-0D58-D854934F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6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4CB87E-3D38-0A5F-6D12-806CDD2C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77A0AD-E0EF-1F3D-C35E-2D4B3D615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1CFBC4-A2C1-E699-3173-9653B2B8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F16074-33D3-62E6-DD9D-67CD9F2A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4AD036-0834-3692-760D-F53EF463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05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79D4CE-56FC-C5DE-142B-5C4106B3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248984-856B-9B26-1937-2452C791C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FD017F-CCD8-7B5D-0A34-90D570AAE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732428-65DF-CF8D-5664-0C212F87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96A5E7-EF76-C212-46E9-22A6CCCA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80E237-4942-F7A0-7558-7D889D5A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6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897B8-8A0E-BFD8-3B18-F82FFCB0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0A1A89-548C-EF1A-0B78-F37E4CD24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F4C32E-8206-44FB-A4A3-2F56BDED4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4CF707C-0409-2380-334D-F3BFE16654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D5E48E-223C-167B-0CD6-BE1AFA0B6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9F95AB4-6C44-4016-9CB4-FC168FD9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264828-931A-E698-6349-236A4BDD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158D76-29E7-3759-925C-1384FBFE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8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B5D9A6-3954-7A81-A81E-7BC950B0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757582-3691-E8FA-269C-93D839CC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E2AD1A-91B3-23EA-EA6F-4AB0E91B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BF5F3F-481A-241F-983C-2B26F9FD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775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F8E9B5-17EE-1711-F773-58288EBB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C86998-B447-6CCC-0521-7AE5B22B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AA515F-EA39-0B1A-46B9-6BC57A57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39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C1DA-BD09-5EB0-C76A-CA8188CD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2105E2-FD8F-03D3-BF0F-7BA0650B6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6BE222-5F65-48C4-DA6B-AB775E505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E3B628-C2FF-9C60-17F6-79016509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CFA59E-060D-3B25-F9BB-B801DF75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C17578-F317-DB3E-5DF7-CC0FB437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24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D8CFD-D9FA-C35B-5FD8-13EECF13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679C52-18C6-E94E-DD1A-45291126B6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86E488-C6AF-CF9B-091B-C2B2A20B8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968319-F95B-83F8-92C3-6C8872129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9A7C99-81A1-9BC1-B473-2B152457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14C42A-6235-68B5-75A7-7FB34931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90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844D1-4BDC-2417-C23D-5846E437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CE360A-1CBD-85BB-C8CE-7016401A4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D45232-CF82-8B83-A837-4E41D294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AE6FA0-5503-00BE-C3EF-FA623A65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6CCED0-A278-6C2C-976B-8601FFBD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55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EAD7E5-B4C3-3348-33F3-9ECAD5D77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221D49-C8C4-676B-DDCD-4AC97E359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29A4F-D074-FF4D-4F92-5E92F5F0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3E86E-B926-41A1-D934-4C646EDE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458272-289F-ABDC-B344-6EA3E8CE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63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97D21D-C3CB-587C-A8C6-C87B29CFC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887203-66BB-E6F8-9B9F-317112B93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C7D586-8AD5-49D4-2642-D1061A39A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A7CB0-5F64-2644-8C09-5E40B24843D7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EED9A5-F385-9C48-042C-96C3F0215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8C05AE-659A-8F26-B285-92241B3D3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F2ECD-FDA8-C548-B70E-93650E7B57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96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2D5ABB26-0587-4C30-8999-92F81FD0307C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2D5ABB26-0587-4C30-8999-92F81FD0307C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3C2FFA5D-87B4-456A-9821-1D502468CF0F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{3C2FFA5D-87B4-456A-9821-1D502468CF0F}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3C2FFA5D-87B4-456A-9821-1D502468CF0F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{3C2FFA5D-87B4-456A-9821-1D502468CF0F}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38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284E427A-3D55-4303-BF80-6455036E1DE7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{284E427A-3D55-4303-BF80-6455036E1DE7}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284E427A-3D55-4303-BF80-6455036E1DE7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{284E427A-3D55-4303-BF80-6455036E1DE7}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69C7853C-536D-4A76-A0AE-DD22124D55A5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{69C7853C-536D-4A76-A0AE-DD22124D55A5}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69C7853C-536D-4A76-A0AE-DD22124D55A5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{69C7853C-536D-4A76-A0AE-DD22124D55A5}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84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775DCB02-9BB8-47FD-8907-85C794F793BA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{775DCB02-9BB8-47FD-8907-85C794F793BA}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775DCB02-9BB8-47FD-8907-85C794F793BA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{775DCB02-9BB8-47FD-8907-85C794F793BA}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35758FB7-9AC5-4552-8A53-C91805E547FA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{35758FB7-9AC5-4552-8A53-C91805E547FA}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35758FB7-9AC5-4552-8A53-C91805E547FA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{35758FB7-9AC5-4552-8A53-C91805E547FA}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73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08FB837D-C827-4EFA-A057-4D05807E0F7C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{08FB837D-C827-4EFA-A057-4D05807E0F7C}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08FB837D-C827-4EFA-A057-4D05807E0F7C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{08FB837D-C827-4EFA-A057-4D05807E0F7C}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5940675A-B579-460E-94D1-54222C63F5DA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5940675A-B579-460E-94D1-54222C63F5DA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70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D113A9D2-9D6B-4929-AA2D-F23B5EE8CBE7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{D113A9D2-9D6B-4929-AA2D-F23B5EE8CBE7}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D113A9D2-9D6B-4929-AA2D-F23B5EE8CBE7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{D113A9D2-9D6B-4929-AA2D-F23B5EE8CBE7}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18603FDC-E32A-4AB5-989C-0864C3EAD2B8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{18603FDC-E32A-4AB5-989C-0864C3EAD2B8}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18603FDC-E32A-4AB5-989C-0864C3EAD2B8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{18603FDC-E32A-4AB5-989C-0864C3EAD2B8}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82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306799F8-075E-4A3A-A7F6-7FBC6576F1A4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{306799F8-075E-4A3A-A7F6-7FBC6576F1A4}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306799F8-075E-4A3A-A7F6-7FBC6576F1A4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{306799F8-075E-4A3A-A7F6-7FBC6576F1A4}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E269D01E-BC32-4049-B463-5C60D7B0CCD2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{E269D01E-BC32-4049-B463-5C60D7B0CCD2}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E269D01E-BC32-4049-B463-5C60D7B0CCD2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{E269D01E-BC32-4049-B463-5C60D7B0CCD2}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66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327F97BB-C833-4FB7-BDE5-3F7075034690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{327F97BB-C833-4FB7-BDE5-3F7075034690}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327F97BB-C833-4FB7-BDE5-3F7075034690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{327F97BB-C833-4FB7-BDE5-3F7075034690}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638B1855-1B75-4FBE-930C-398BA8C253C6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{638B1855-1B75-4FBE-930C-398BA8C253C6}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638B1855-1B75-4FBE-930C-398BA8C253C6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{638B1855-1B75-4FBE-930C-398BA8C253C6}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92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9D7B26C5-4107-4FEC-AEDC-1716B250A1EF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{9D7B26C5-4107-4FEC-AEDC-1716B250A1EF}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9D7B26C5-4107-4FEC-AEDC-1716B250A1EF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{9D7B26C5-4107-4FEC-AEDC-1716B250A1EF}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3B4B98B0-60AC-42C2-AFA5-B58CD77FA1E5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{3B4B98B0-60AC-42C2-AFA5-B58CD77FA1E5}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3B4B98B0-60AC-42C2-AFA5-B58CD77FA1E5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{3B4B98B0-60AC-42C2-AFA5-B58CD77FA1E5}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24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0E3FDE45-AF77-4B5C-9715-49D594BDF05E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{0E3FDE45-AF77-4B5C-9715-49D594BDF05E}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0E3FDE45-AF77-4B5C-9715-49D594BDF05E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{0E3FDE45-AF77-4B5C-9715-49D594BDF05E}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C083E6E3-FA7D-4D7B-A595-EF9225AFEA82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{C083E6E3-FA7D-4D7B-A595-EF9225AFEA82}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C083E6E3-FA7D-4D7B-A595-EF9225AFEA82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{C083E6E3-FA7D-4D7B-A595-EF9225AFEA82}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174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D27102A9-8310-4765-A935-A1911B00CA55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{D27102A9-8310-4765-A935-A1911B00CA55}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D27102A9-8310-4765-A935-A1911B00CA55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{D27102A9-8310-4765-A935-A1911B00CA55}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5FD0F851-EC5A-4D38-B0AD-8093EC10F338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{5FD0F851-EC5A-4D38-B0AD-8093EC10F338}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5FD0F851-EC5A-4D38-B0AD-8093EC10F338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{5FD0F851-EC5A-4D38-B0AD-8093EC10F338}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45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68D230F3-CF80-4859-8CE7-A43EE81993B5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{68D230F3-CF80-4859-8CE7-A43EE81993B5}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68D230F3-CF80-4859-8CE7-A43EE81993B5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{68D230F3-CF80-4859-8CE7-A43EE81993B5}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7E9639D4-E3E2-4D34-9284-5A2195B3D0D7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{7E9639D4-E3E2-4D34-9284-5A2195B3D0D7}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7E9639D4-E3E2-4D34-9284-5A2195B3D0D7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{7E9639D4-E3E2-4D34-9284-5A2195B3D0D7}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618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69012ECD-51FC-41F1-AA8D-1B2483CD663E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{69012ECD-51FC-41F1-AA8D-1B2483CD663E}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69012ECD-51FC-41F1-AA8D-1B2483CD663E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{69012ECD-51FC-41F1-AA8D-1B2483CD663E}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72833802-FEF1-4C79-8D5D-14CF1EAF98D9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{72833802-FEF1-4C79-8D5D-14CF1EAF98D9}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72833802-FEF1-4C79-8D5D-14CF1EAF98D9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{72833802-FEF1-4C79-8D5D-14CF1EAF98D9}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15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F2DE63D5-997A-4646-A377-4702673A728D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{F2DE63D5-997A-4646-A377-4702673A728D}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F2DE63D5-997A-4646-A377-4702673A728D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{F2DE63D5-997A-4646-A377-4702673A728D}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17292A2E-F333-43FB-9621-5CBBE7FDCDCB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{17292A2E-F333-43FB-9621-5CBBE7FDCDCB}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17292A2E-F333-43FB-9621-5CBBE7FDCDCB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{17292A2E-F333-43FB-9621-5CBBE7FDCDCB}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770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5A111915-BE36-4E01-A7E5-04B1672EAD32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{5A111915-BE36-4E01-A7E5-04B1672EAD32}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5A111915-BE36-4E01-A7E5-04B1672EAD32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{5A111915-BE36-4E01-A7E5-04B1672EAD32}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912C8C85-51F0-491E-9774-3900AFEF0FD7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{912C8C85-51F0-491E-9774-3900AFEF0FD7}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912C8C85-51F0-491E-9774-3900AFEF0FD7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{912C8C85-51F0-491E-9774-3900AFEF0FD7}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407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616DA210-FB5B-4158-B5E0-FEB733F419BA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{616DA210-FB5B-4158-B5E0-FEB733F419BA}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616DA210-FB5B-4158-B5E0-FEB733F419BA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{616DA210-FB5B-4158-B5E0-FEB733F419BA}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BC89EF96-8CEA-46FF-86C4-4CE0E7609802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{BC89EF96-8CEA-46FF-86C4-4CE0E7609802}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BC89EF96-8CEA-46FF-86C4-4CE0E7609802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1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5DA37D80-6434-44D0-A028-1B22A696006F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{5DA37D80-6434-44D0-A028-1B22A696006F}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5DA37D80-6434-44D0-A028-1B22A696006F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{5DA37D80-6434-44D0-A028-1B22A696006F}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8799B23B-EC83-4686-B30A-512413B5E67A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{8799B23B-EC83-4686-B30A-512413B5E67A}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8799B23B-EC83-4686-B30A-512413B5E67A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{8799B23B-EC83-4686-B30A-512413B5E67A}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813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ED083AE6-46FA-4A59-8FB0-9F97EB10719F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{ED083AE6-46FA-4A59-8FB0-9F97EB10719F}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ED083AE6-46FA-4A59-8FB0-9F97EB10719F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{ED083AE6-46FA-4A59-8FB0-9F97EB10719F}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BDBED569-4797-4DF1-A0F4-6AAB3CD982D8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{BDBED569-4797-4DF1-A0F4-6AAB3CD982D8}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BDBED569-4797-4DF1-A0F4-6AAB3CD982D8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{BDBED569-4797-4DF1-A0F4-6AAB3CD982D8}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28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E8B1032C-EA38-4F05-BA0D-38AFFFC7BED3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{E8B1032C-EA38-4F05-BA0D-38AFFFC7BED3}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E8B1032C-EA38-4F05-BA0D-38AFFFC7BED3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{E8B1032C-EA38-4F05-BA0D-38AFFFC7BED3}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793D81CF-94F2-401A-BA57-92F5A7B2D0C5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{793D81CF-94F2-401A-BA57-92F5A7B2D0C5}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793D81CF-94F2-401A-BA57-92F5A7B2D0C5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292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B301B821-A1FF-4177-AEE7-76D212191A09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{B301B821-A1FF-4177-AEE7-76D212191A09}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B301B821-A1FF-4177-AEE7-76D212191A09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{B301B821-A1FF-4177-AEE7-76D212191A09}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9DCAF9ED-07DC-4A11-8D7F-57B35C25682E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{9DCAF9ED-07DC-4A11-8D7F-57B35C25682E}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9DCAF9ED-07DC-4A11-8D7F-57B35C25682E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{9DCAF9ED-07DC-4A11-8D7F-57B35C25682E}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473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1FECB4D8-DB02-4DC6-A0A2-4F2EBAE1DC90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{1FECB4D8-DB02-4DC6-A0A2-4F2EBAE1DC90}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1FECB4D8-DB02-4DC6-A0A2-4F2EBAE1DC90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{1FECB4D8-DB02-4DC6-A0A2-4F2EBAE1DC90}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1E171933-4619-4E11-9A3F-F7608DF75F80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{1E171933-4619-4E11-9A3F-F7608DF75F80}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1E171933-4619-4E11-9A3F-F7608DF75F80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{1E171933-4619-4E11-9A3F-F7608DF75F80}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179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FABFCF23-3B69-468F-B69F-88F6DE6A72F2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{FABFCF23-3B69-468F-B69F-88F6DE6A72F2}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FABFCF23-3B69-468F-B69F-88F6DE6A72F2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{FABFCF23-3B69-468F-B69F-88F6DE6A72F2}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10A1B5D5-9B99-4C35-A422-299274C87663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{10A1B5D5-9B99-4C35-A422-299274C87663}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10A1B5D5-9B99-4C35-A422-299274C87663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{10A1B5D5-9B99-4C35-A422-299274C87663}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677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073A0DAA-6AF3-43AB-8588-CEC1D06C72B9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073A0DAA-6AF3-43AB-8588-CEC1D06C72B9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5C22544A-7EE6-4342-B048-85BDC9FD1C3A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5C22544A-7EE6-4342-B048-85BDC9FD1C3A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609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21E4AEA4-8DFA-4A89-87EB-49C32662AFE0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{21E4AEA4-8DFA-4A89-87EB-49C32662AFE0}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21E4AEA4-8DFA-4A89-87EB-49C32662AFE0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{21E4AEA4-8DFA-4A89-87EB-49C32662AFE0}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F5AB1C69-6EDB-4FF4-983F-18BD219EF322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{F5AB1C69-6EDB-4FF4-983F-18BD219EF322}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F5AB1C69-6EDB-4FF4-983F-18BD219EF322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{F5AB1C69-6EDB-4FF4-983F-18BD219EF322}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336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00A15C55-8517-42AA-B614-E9B94910E393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{00A15C55-8517-42AA-B614-E9B94910E393}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00A15C55-8517-42AA-B614-E9B94910E393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{00A15C55-8517-42AA-B614-E9B94910E393}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7DF18680-E054-41AD-8BC1-D1AEF772440D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7DF18680-E054-41AD-8BC1-D1AEF772440D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040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93296810-A885-4BE3-A3E7-6D5BEEA58F35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93296810-A885-4BE3-A3E7-6D5BEEA58F35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8EC20E35-A176-4012-BC5E-935CFFF8708E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{8EC20E35-A176-4012-BC5E-935CFFF8708E}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8EC20E35-A176-4012-BC5E-935CFFF8708E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{8EC20E35-A176-4012-BC5E-935CFFF8708E}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265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6E25E649-3F16-4E02-A733-19D2CDBF48F0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{6E25E649-3F16-4E02-A733-19D2CDBF48F0}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6E25E649-3F16-4E02-A733-19D2CDBF48F0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{6E25E649-3F16-4E02-A733-19D2CDBF48F0}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85BE263C-DBD7-4A20-BB59-AAB30ACAA65A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{85BE263C-DBD7-4A20-BB59-AAB30ACAA65A}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85BE263C-DBD7-4A20-BB59-AAB30ACAA65A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{85BE263C-DBD7-4A20-BB59-AAB30ACAA65A}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231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EB344D84-9AFB-497E-A393-DC336BA19D2E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{EB344D84-9AFB-497E-A393-DC336BA19D2E}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EB344D84-9AFB-497E-A393-DC336BA19D2E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{EB344D84-9AFB-497E-A393-DC336BA19D2E}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EB9631B5-78F2-41C9-869B-9F39066F8104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{EB9631B5-78F2-41C9-869B-9F39066F8104}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EB9631B5-78F2-41C9-869B-9F39066F8104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{EB9631B5-78F2-41C9-869B-9F39066F8104}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299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74C1A8A3-306A-4EB7-A6B1-4F7E0EB9C5D6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{74C1A8A3-306A-4EB7-A6B1-4F7E0EB9C5D6}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74C1A8A3-306A-4EB7-A6B1-4F7E0EB9C5D6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{74C1A8A3-306A-4EB7-A6B1-4F7E0EB9C5D6}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2A488322-F2BA-4B5B-9748-0D474271808F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{2A488322-F2BA-4B5B-9748-0D474271808F}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2A488322-F2BA-4B5B-9748-0D474271808F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{2A488322-F2BA-4B5B-9748-0D474271808F}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347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D7AC3CCA-C797-4891-BE02-D94E43425B78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{D7AC3CCA-C797-4891-BE02-D94E43425B78}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D7AC3CCA-C797-4891-BE02-D94E43425B78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{D7AC3CCA-C797-4891-BE02-D94E43425B78}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69CF1AB2-1976-4502-BF36-3FF5EA218861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69CF1AB2-1976-4502-BF36-3FF5EA218861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337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8A107856-5554-42FB-B03E-39F5DBC370BA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{8A107856-5554-42FB-B03E-39F5DBC370BA}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8A107856-5554-42FB-B03E-39F5DBC370BA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{8A107856-5554-42FB-B03E-39F5DBC370BA}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0505E3EF-67EA-436B-97B2-0124C06EBD24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{0505E3EF-67EA-436B-97B2-0124C06EBD24}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0505E3EF-67EA-436B-97B2-0124C06EBD24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{0505E3EF-67EA-436B-97B2-0124C06EBD24}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590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C4B1156A-380E-4F78-BDF5-A606A8083BF9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{C4B1156A-380E-4F78-BDF5-A606A8083BF9}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C4B1156A-380E-4F78-BDF5-A606A8083BF9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{C4B1156A-380E-4F78-BDF5-A606A8083BF9}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22838BEF-8BB2-4498-84A7-C5851F593DF1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{22838BEF-8BB2-4498-84A7-C5851F593DF1}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22838BEF-8BB2-4498-84A7-C5851F593DF1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{22838BEF-8BB2-4498-84A7-C5851F593DF1}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221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16D9F66E-5EB9-4882-86FB-DCBF35E3C3E4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{16D9F66E-5EB9-4882-86FB-DCBF35E3C3E4}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16D9F66E-5EB9-4882-86FB-DCBF35E3C3E4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{16D9F66E-5EB9-4882-86FB-DCBF35E3C3E4}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E8034E78-7F5D-4C2E-B375-FC64B27BC917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{E8034E78-7F5D-4C2E-B375-FC64B27BC917}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E8034E78-7F5D-4C2E-B375-FC64B27BC917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{E8034E78-7F5D-4C2E-B375-FC64B27BC917}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980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125E5076-3810-47DD-B79F-674D7AD40C01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{125E5076-3810-47DD-B79F-674D7AD40C01}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125E5076-3810-47DD-B79F-674D7AD40C01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{125E5076-3810-47DD-B79F-674D7AD40C01}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37CE84F3-28C3-443E-9E96-99CF82512B78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{37CE84F3-28C3-443E-9E96-99CF82512B78}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37CE84F3-28C3-443E-9E96-99CF82512B78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{37CE84F3-28C3-443E-9E96-99CF82512B78}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413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D03447BB-5D67-496B-8E87-E561075AD55C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{D03447BB-5D67-496B-8E87-E561075AD55C}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D03447BB-5D67-496B-8E87-E561075AD55C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{D03447BB-5D67-496B-8E87-E561075AD55C}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E929F9F4-4A8F-4326-A1B4-22849713DDAB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{E929F9F4-4A8F-4326-A1B4-22849713DDAB}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E929F9F4-4A8F-4326-A1B4-22849713DDAB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{E929F9F4-4A8F-4326-A1B4-22849713DDAB}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988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8FD4443E-F989-4FC4-A0C8-D5A2AF1F390B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{8FD4443E-F989-4FC4-A0C8-D5A2AF1F390B}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8FD4443E-F989-4FC4-A0C8-D5A2AF1F390B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{8FD4443E-F989-4FC4-A0C8-D5A2AF1F390B}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AF606853-7671-496A-8E4F-DF71F8EC918B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{AF606853-7671-496A-8E4F-DF71F8EC918B}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AF606853-7671-496A-8E4F-DF71F8EC918B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{AF606853-7671-496A-8E4F-DF71F8EC918B}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211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5202B0CA-FC54-4496-8BCA-5EF66A818D29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{5202B0CA-FC54-4496-8BCA-5EF66A818D29}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5202B0CA-FC54-4496-8BCA-5EF66A818D29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{5202B0CA-FC54-4496-8BCA-5EF66A818D29}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0660B408-B3CF-4A94-85FC-2B1E0A45F4A2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{0660B408-B3CF-4A94-85FC-2B1E0A45F4A2}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0660B408-B3CF-4A94-85FC-2B1E0A45F4A2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{0660B408-B3CF-4A94-85FC-2B1E0A45F4A2}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438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{91EBBBCC-DAD2-459C-BE2E-F6DE35CF9A28} A"/>
          <p:cNvGraphicFramePr>
            <a:graphicFrameLocks noGrp="1"/>
          </p:cNvGraphicFramePr>
          <p:nvPr/>
        </p:nvGraphicFramePr>
        <p:xfrm>
          <a:off x="508000" y="508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{91EBBBCC-DAD2-459C-BE2E-F6DE35CF9A28}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" name="{91EBBBCC-DAD2-459C-BE2E-F6DE35CF9A28} B"/>
          <p:cNvGraphicFramePr>
            <a:graphicFrameLocks noGrp="1"/>
          </p:cNvGraphicFramePr>
          <p:nvPr/>
        </p:nvGraphicFramePr>
        <p:xfrm>
          <a:off x="6350000" y="508000"/>
          <a:ext cx="3048000" cy="1270000"/>
        </p:xfrm>
        <a:graphic>
          <a:graphicData uri="http://schemas.openxmlformats.org/drawingml/2006/table">
            <a:tbl>
              <a:tblPr bandCol="1">
                <a:tableStyleId>{91EBBBCC-DAD2-459C-BE2E-F6DE35CF9A28}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" name="{46F890A9-2807-4EBB-B81D-B2AA78EC7F39} A"/>
          <p:cNvGraphicFramePr>
            <a:graphicFrameLocks noGrp="1"/>
          </p:cNvGraphicFramePr>
          <p:nvPr/>
        </p:nvGraphicFramePr>
        <p:xfrm>
          <a:off x="508000" y="3683000"/>
          <a:ext cx="3048000" cy="1270000"/>
        </p:xfrm>
        <a:graphic>
          <a:graphicData uri="http://schemas.openxmlformats.org/drawingml/2006/table">
            <a:tbl>
              <a:tblPr firstRow="1" firstCol="1" lastRow="1" lastCol="1" bandRow="1">
                <a:tableStyleId>{46F890A9-2807-4EBB-B81D-B2AA78EC7F39}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3" name="{46F890A9-2807-4EBB-B81D-B2AA78EC7F39} B"/>
          <p:cNvGraphicFramePr>
            <a:graphicFrameLocks noGrp="1"/>
          </p:cNvGraphicFramePr>
          <p:nvPr/>
        </p:nvGraphicFramePr>
        <p:xfrm>
          <a:off x="6350000" y="3683000"/>
          <a:ext cx="3048000" cy="1270000"/>
        </p:xfrm>
        <a:graphic>
          <a:graphicData uri="http://schemas.openxmlformats.org/drawingml/2006/table">
            <a:tbl>
              <a:tblPr bandCol="1">
                <a:tableStyleId>{46F890A9-2807-4EBB-B81D-B2AA78EC7F39}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000"/>
                        <a:t>R40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17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2960</Words>
  <Application>Microsoft Macintosh PowerPoint</Application>
  <PresentationFormat>Breitbild</PresentationFormat>
  <Paragraphs>2960</Paragraphs>
  <Slides>37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2026-10-06T02:38:17Z</dcterms:created>
  <dcterms:modified xsi:type="dcterms:W3CDTF">2026-10-06T02:38:23Z</dcterms:modified>
</cp:coreProperties>
</file>