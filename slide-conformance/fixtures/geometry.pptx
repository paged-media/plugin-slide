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07D0E-6234-9873-3B01-9916F384E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D5232A-5102-B455-3635-AE4C5E919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1BEF30-3944-1A58-16E8-63D045B4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45694E-B0D9-1B48-2924-E0FA7C0A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DCF83E-2916-7522-B6AB-E386A048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37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E1CDE-4F19-0383-CCAC-16904274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BB16C6-D945-6B1C-F3D5-BC8EA3E9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450616-BE95-DBFF-4A97-B01D3E58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B9916D-2D8B-B479-BB1E-FCC9DEE4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A453E5-73B8-C14A-315A-097C9537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51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CCA46-8E43-F779-B99A-7E556095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C8DCC8-92FA-437F-065F-B38B2FBC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3DA6A4-E165-2A51-CD56-9A8E7366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356810-A633-35AA-9B65-83687D04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4B6E74-D021-079E-EFD0-63146DA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53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08311-2106-F660-781F-A1CAE917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12787A-B8D6-5EA6-6DCE-44626532E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BD2BBF-0974-56DA-608F-067F54CD1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87D057-CDC5-D2B4-B42B-7AA8F974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AFAEDE-014D-4930-2914-7DBD771E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8A6FBA-EB62-9FDE-40D5-55A846B7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9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7BE95-ACF0-7416-E67B-6886143D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57F301-5678-AF99-6DD9-101D367E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1DB9B6-F38B-3685-4AF4-F1537CD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566F70-2090-56EF-FD84-6DD0792F6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AB9FCA-0C5C-30FF-31C8-54F00AE88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EAA5DA-35BE-ECB3-FB7E-50CFC213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0DD425-2D7F-7C85-74CB-45F8BB8D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DABFA5-B597-D928-86C5-2610C403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83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66028-7DC2-58B0-F63E-8E074F99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68A575-9244-8693-35BA-14CD90A6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9C8971-146A-2E3B-BABF-3C5E4E49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D586C-2A99-CACA-46F2-634B6E51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51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34AA9F-E4A8-2AE1-43BB-79309DB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E1C9FA-C5DF-E18E-2A18-48AC7059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F56FF1-00D3-559A-7125-318EED8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22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F65B8-5BB1-2965-29C5-35A960525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402340-115F-BF64-F852-033032480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BD0C24-0BCF-8CB0-B746-163E75FA2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38FB1E-E4A2-9628-C1B9-6A3442EC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45AAB8-8ECE-4BFF-D07F-6DE38494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D2E99B-4986-108E-EF95-A4B64CEA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36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8D5190-5C57-EE69-25A2-2890B144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D0A6974-90AE-3009-C053-00880CB4BCF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9BECD7-26A4-B75D-EE11-CC521BBBF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B60B57-589C-32F7-80F4-9F97A508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5845AD-8325-8A8B-021B-EA034033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C6B7F0-B419-466A-A103-584A80FA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51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DD944-5596-D0D5-53A3-886C4916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16B062-8143-6BD3-AEE6-FFAA56FB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38F694-C4E2-31D3-4E58-7E10AEC7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6C57F1-C1F7-03C6-4877-F682873E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26F28-1426-F17C-C38F-279B1E17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83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B88BC81-BF68-CDEB-B709-73BEF7977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2A11BC-A26B-124F-13AD-D33F6F620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599F3C-10A8-1F76-FFF1-6B8984AF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268F3-0976-F941-DDEE-59EB8FF5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96108A-B369-9402-F3EF-A1303ED7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43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47462C-66B5-13FB-EB93-5E9A5958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2DA166-115C-AE7F-1F4A-313C2B3D0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223840-FE42-F5CB-0CAF-44BAE6B78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39FDF-8FF5-754F-B529-1E56A34F9889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36009D-6DFD-EB96-9378-805EB51EA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8DCE1B-83FB-418A-BD08-390687ABB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EB233-6B49-4148-837C-63411926D9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7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56DD64D-62A1-786F-AA20-08D2865FAB88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rectangle">
            <a:extLst>
              <a:ext uri="{FF2B5EF4-FFF2-40B4-BE49-F238E27FC236}">
                <a16:creationId xmlns:a16="http://schemas.microsoft.com/office/drawing/2014/main" id="{E43A2AD8-ED9E-7F15-3361-0BF993C54B40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rectangle</a:t>
            </a:r>
          </a:p>
        </p:txBody>
      </p:sp>
      <p:sp>
        <p:nvSpPr>
          <p:cNvPr id="4" name="parallelogram">
            <a:extLst>
              <a:ext uri="{FF2B5EF4-FFF2-40B4-BE49-F238E27FC236}">
                <a16:creationId xmlns:a16="http://schemas.microsoft.com/office/drawing/2014/main" id="{2BE91569-BA68-DB92-5303-417BED34C5F1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parallelogram">
            <a:extLst>
              <a:ext uri="{FF2B5EF4-FFF2-40B4-BE49-F238E27FC236}">
                <a16:creationId xmlns:a16="http://schemas.microsoft.com/office/drawing/2014/main" id="{5C25060F-C7FE-897B-66EC-D8A7E4FEA9CC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parallelogram</a:t>
            </a:r>
          </a:p>
        </p:txBody>
      </p:sp>
      <p:sp>
        <p:nvSpPr>
          <p:cNvPr id="6" name="trapezoid">
            <a:extLst>
              <a:ext uri="{FF2B5EF4-FFF2-40B4-BE49-F238E27FC236}">
                <a16:creationId xmlns:a16="http://schemas.microsoft.com/office/drawing/2014/main" id="{9B6293F7-5BC5-9FCF-B335-929AC90E7948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trapezoid">
            <a:extLst>
              <a:ext uri="{FF2B5EF4-FFF2-40B4-BE49-F238E27FC236}">
                <a16:creationId xmlns:a16="http://schemas.microsoft.com/office/drawing/2014/main" id="{5980B666-C218-420E-B740-277193DE8724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trapezoid</a:t>
            </a:r>
          </a:p>
        </p:txBody>
      </p:sp>
      <p:sp>
        <p:nvSpPr>
          <p:cNvPr id="8" name="diamond">
            <a:extLst>
              <a:ext uri="{FF2B5EF4-FFF2-40B4-BE49-F238E27FC236}">
                <a16:creationId xmlns:a16="http://schemas.microsoft.com/office/drawing/2014/main" id="{3710BBE7-5EDC-12D5-858F-38E59A528017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diamond">
            <a:extLst>
              <a:ext uri="{FF2B5EF4-FFF2-40B4-BE49-F238E27FC236}">
                <a16:creationId xmlns:a16="http://schemas.microsoft.com/office/drawing/2014/main" id="{751407B1-3FAF-7C61-50AB-23F51BC73DA8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</a:t>
            </a: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BFD03A05-479B-AF6E-3751-85D221AF576D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rounded rectangle">
            <a:extLst>
              <a:ext uri="{FF2B5EF4-FFF2-40B4-BE49-F238E27FC236}">
                <a16:creationId xmlns:a16="http://schemas.microsoft.com/office/drawing/2014/main" id="{769D0ECF-8350-A7C3-FC5E-0C41E95D23CA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rounded rectangle</a:t>
            </a:r>
          </a:p>
        </p:txBody>
      </p:sp>
      <p:sp>
        <p:nvSpPr>
          <p:cNvPr id="12" name="octagon">
            <a:extLst>
              <a:ext uri="{FF2B5EF4-FFF2-40B4-BE49-F238E27FC236}">
                <a16:creationId xmlns:a16="http://schemas.microsoft.com/office/drawing/2014/main" id="{B7384108-3541-9AD8-1500-08E0EC661461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oc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label octagon">
            <a:extLst>
              <a:ext uri="{FF2B5EF4-FFF2-40B4-BE49-F238E27FC236}">
                <a16:creationId xmlns:a16="http://schemas.microsoft.com/office/drawing/2014/main" id="{D57C95B2-A569-CF7E-AAEB-AFCC9F5272A4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octagon</a:t>
            </a:r>
          </a:p>
        </p:txBody>
      </p:sp>
      <p:sp>
        <p:nvSpPr>
          <p:cNvPr id="14" name="isosceles triangle">
            <a:extLst>
              <a:ext uri="{FF2B5EF4-FFF2-40B4-BE49-F238E27FC236}">
                <a16:creationId xmlns:a16="http://schemas.microsoft.com/office/drawing/2014/main" id="{54C1D37A-ED00-35EF-BA3F-F896ABA008E9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abel isosceles triangle">
            <a:extLst>
              <a:ext uri="{FF2B5EF4-FFF2-40B4-BE49-F238E27FC236}">
                <a16:creationId xmlns:a16="http://schemas.microsoft.com/office/drawing/2014/main" id="{80388A72-BF1C-1985-E353-5ACD64F64092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isosceles triangle</a:t>
            </a:r>
          </a:p>
        </p:txBody>
      </p:sp>
      <p:sp>
        <p:nvSpPr>
          <p:cNvPr id="16" name="right triangle">
            <a:extLst>
              <a:ext uri="{FF2B5EF4-FFF2-40B4-BE49-F238E27FC236}">
                <a16:creationId xmlns:a16="http://schemas.microsoft.com/office/drawing/2014/main" id="{AC3FF04E-4E17-EBBD-E130-9A183F7F2113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label right triangle">
            <a:extLst>
              <a:ext uri="{FF2B5EF4-FFF2-40B4-BE49-F238E27FC236}">
                <a16:creationId xmlns:a16="http://schemas.microsoft.com/office/drawing/2014/main" id="{A061F3A1-8BC0-38C7-EA07-68456CAE5B81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triangle</a:t>
            </a:r>
          </a:p>
        </p:txBody>
      </p:sp>
      <p:sp>
        <p:nvSpPr>
          <p:cNvPr id="18" name="oval">
            <a:extLst>
              <a:ext uri="{FF2B5EF4-FFF2-40B4-BE49-F238E27FC236}">
                <a16:creationId xmlns:a16="http://schemas.microsoft.com/office/drawing/2014/main" id="{A597DD19-AB38-237B-3A75-7F953557EC18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label oval">
            <a:extLst>
              <a:ext uri="{FF2B5EF4-FFF2-40B4-BE49-F238E27FC236}">
                <a16:creationId xmlns:a16="http://schemas.microsoft.com/office/drawing/2014/main" id="{4D442D05-D86A-B309-3B32-D8B1DEF04AA9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oval</a:t>
            </a:r>
          </a:p>
        </p:txBody>
      </p:sp>
      <p:sp>
        <p:nvSpPr>
          <p:cNvPr id="20" name="hexagon">
            <a:extLst>
              <a:ext uri="{FF2B5EF4-FFF2-40B4-BE49-F238E27FC236}">
                <a16:creationId xmlns:a16="http://schemas.microsoft.com/office/drawing/2014/main" id="{DF2D26E6-88B5-B67B-4B49-365EA3540841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label hexagon">
            <a:extLst>
              <a:ext uri="{FF2B5EF4-FFF2-40B4-BE49-F238E27FC236}">
                <a16:creationId xmlns:a16="http://schemas.microsoft.com/office/drawing/2014/main" id="{680BEDA3-2D90-2FC9-EAB4-A74AADC9015F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hexagon</a:t>
            </a:r>
          </a:p>
        </p:txBody>
      </p:sp>
      <p:sp>
        <p:nvSpPr>
          <p:cNvPr id="22" name="cross">
            <a:extLst>
              <a:ext uri="{FF2B5EF4-FFF2-40B4-BE49-F238E27FC236}">
                <a16:creationId xmlns:a16="http://schemas.microsoft.com/office/drawing/2014/main" id="{3538EF3C-3AA5-7F77-7447-97A28D14DB2D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cross">
            <a:extLst>
              <a:ext uri="{FF2B5EF4-FFF2-40B4-BE49-F238E27FC236}">
                <a16:creationId xmlns:a16="http://schemas.microsoft.com/office/drawing/2014/main" id="{CF7058AF-FBE2-12A9-810C-F5646FA19695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cross</a:t>
            </a:r>
          </a:p>
        </p:txBody>
      </p:sp>
      <p:sp>
        <p:nvSpPr>
          <p:cNvPr id="24" name="regular pentagon">
            <a:extLst>
              <a:ext uri="{FF2B5EF4-FFF2-40B4-BE49-F238E27FC236}">
                <a16:creationId xmlns:a16="http://schemas.microsoft.com/office/drawing/2014/main" id="{9F6C702C-15F3-BA59-C8E1-33F5802A101F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abel regular pentagon">
            <a:extLst>
              <a:ext uri="{FF2B5EF4-FFF2-40B4-BE49-F238E27FC236}">
                <a16:creationId xmlns:a16="http://schemas.microsoft.com/office/drawing/2014/main" id="{D53DE636-2C53-D2E7-EDB2-2A400B6DE035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regular pentagon</a:t>
            </a:r>
          </a:p>
        </p:txBody>
      </p:sp>
      <p:sp>
        <p:nvSpPr>
          <p:cNvPr id="26" name="can">
            <a:extLst>
              <a:ext uri="{FF2B5EF4-FFF2-40B4-BE49-F238E27FC236}">
                <a16:creationId xmlns:a16="http://schemas.microsoft.com/office/drawing/2014/main" id="{92091086-A96C-0CB9-4F54-47FC61EC6017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label can">
            <a:extLst>
              <a:ext uri="{FF2B5EF4-FFF2-40B4-BE49-F238E27FC236}">
                <a16:creationId xmlns:a16="http://schemas.microsoft.com/office/drawing/2014/main" id="{B642C35B-E3A0-B7EF-5B77-2CC3F56B8D0E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can</a:t>
            </a:r>
          </a:p>
        </p:txBody>
      </p:sp>
      <p:sp>
        <p:nvSpPr>
          <p:cNvPr id="28" name="cube">
            <a:extLst>
              <a:ext uri="{FF2B5EF4-FFF2-40B4-BE49-F238E27FC236}">
                <a16:creationId xmlns:a16="http://schemas.microsoft.com/office/drawing/2014/main" id="{CA654576-56F4-7C98-FE2E-EDC4C3F58419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label cube">
            <a:extLst>
              <a:ext uri="{FF2B5EF4-FFF2-40B4-BE49-F238E27FC236}">
                <a16:creationId xmlns:a16="http://schemas.microsoft.com/office/drawing/2014/main" id="{97B9A88D-8520-697C-3B21-D447B5E3A4D0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cube</a:t>
            </a:r>
          </a:p>
        </p:txBody>
      </p:sp>
      <p:sp>
        <p:nvSpPr>
          <p:cNvPr id="30" name="bevel">
            <a:extLst>
              <a:ext uri="{FF2B5EF4-FFF2-40B4-BE49-F238E27FC236}">
                <a16:creationId xmlns:a16="http://schemas.microsoft.com/office/drawing/2014/main" id="{DE114075-4F40-AA4D-2B64-FF120DC90006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label bevel">
            <a:extLst>
              <a:ext uri="{FF2B5EF4-FFF2-40B4-BE49-F238E27FC236}">
                <a16:creationId xmlns:a16="http://schemas.microsoft.com/office/drawing/2014/main" id="{318D6C5A-13FC-285F-8D9E-41677DF04EF0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bevel</a:t>
            </a:r>
          </a:p>
        </p:txBody>
      </p:sp>
      <p:sp>
        <p:nvSpPr>
          <p:cNvPr id="32" name="folded corner">
            <a:extLst>
              <a:ext uri="{FF2B5EF4-FFF2-40B4-BE49-F238E27FC236}">
                <a16:creationId xmlns:a16="http://schemas.microsoft.com/office/drawing/2014/main" id="{2C3764CD-31D6-96AD-3266-59FE29E4E694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label folded corner">
            <a:extLst>
              <a:ext uri="{FF2B5EF4-FFF2-40B4-BE49-F238E27FC236}">
                <a16:creationId xmlns:a16="http://schemas.microsoft.com/office/drawing/2014/main" id="{E2B76E6E-442B-581C-991D-749F49266EBF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folded corner</a:t>
            </a:r>
          </a:p>
        </p:txBody>
      </p:sp>
      <p:sp>
        <p:nvSpPr>
          <p:cNvPr id="34" name="smiley face">
            <a:extLst>
              <a:ext uri="{FF2B5EF4-FFF2-40B4-BE49-F238E27FC236}">
                <a16:creationId xmlns:a16="http://schemas.microsoft.com/office/drawing/2014/main" id="{8C71342D-7BB0-C793-7DD3-AFBE58B084A8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label smiley face">
            <a:extLst>
              <a:ext uri="{FF2B5EF4-FFF2-40B4-BE49-F238E27FC236}">
                <a16:creationId xmlns:a16="http://schemas.microsoft.com/office/drawing/2014/main" id="{E79753D4-AB1A-87C9-56BF-EC73659AAC79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smiley face</a:t>
            </a:r>
          </a:p>
        </p:txBody>
      </p:sp>
      <p:sp>
        <p:nvSpPr>
          <p:cNvPr id="36" name="donut">
            <a:extLst>
              <a:ext uri="{FF2B5EF4-FFF2-40B4-BE49-F238E27FC236}">
                <a16:creationId xmlns:a16="http://schemas.microsoft.com/office/drawing/2014/main" id="{25359B76-1D85-058C-F403-AEE0F52824F8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label donut">
            <a:extLst>
              <a:ext uri="{FF2B5EF4-FFF2-40B4-BE49-F238E27FC236}">
                <a16:creationId xmlns:a16="http://schemas.microsoft.com/office/drawing/2014/main" id="{0C91A289-EEB1-C67A-6EC6-E33189D98040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donut</a:t>
            </a:r>
          </a:p>
        </p:txBody>
      </p:sp>
      <p:sp>
        <p:nvSpPr>
          <p:cNvPr id="38" name="no symbol">
            <a:extLst>
              <a:ext uri="{FF2B5EF4-FFF2-40B4-BE49-F238E27FC236}">
                <a16:creationId xmlns:a16="http://schemas.microsoft.com/office/drawing/2014/main" id="{71CD8211-DD77-88D2-537F-7D651C8ADE76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label no symbol">
            <a:extLst>
              <a:ext uri="{FF2B5EF4-FFF2-40B4-BE49-F238E27FC236}">
                <a16:creationId xmlns:a16="http://schemas.microsoft.com/office/drawing/2014/main" id="{B3733FFB-3C4C-9DF1-DAE7-D946EE51A2F8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no symbol</a:t>
            </a:r>
          </a:p>
        </p:txBody>
      </p:sp>
      <p:sp>
        <p:nvSpPr>
          <p:cNvPr id="40" name="block arc">
            <a:extLst>
              <a:ext uri="{FF2B5EF4-FFF2-40B4-BE49-F238E27FC236}">
                <a16:creationId xmlns:a16="http://schemas.microsoft.com/office/drawing/2014/main" id="{E7EF6A87-9C29-01EF-1357-AE5698FC74C9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label block arc">
            <a:extLst>
              <a:ext uri="{FF2B5EF4-FFF2-40B4-BE49-F238E27FC236}">
                <a16:creationId xmlns:a16="http://schemas.microsoft.com/office/drawing/2014/main" id="{26483A92-C021-078F-972A-07B0E2D0B9E8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block arc</a:t>
            </a:r>
          </a:p>
        </p:txBody>
      </p:sp>
      <p:sp>
        <p:nvSpPr>
          <p:cNvPr id="42" name="heart">
            <a:extLst>
              <a:ext uri="{FF2B5EF4-FFF2-40B4-BE49-F238E27FC236}">
                <a16:creationId xmlns:a16="http://schemas.microsoft.com/office/drawing/2014/main" id="{651B6B26-2DD6-A9B4-DAAA-25591244E397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heart">
            <a:extLst>
              <a:ext uri="{FF2B5EF4-FFF2-40B4-BE49-F238E27FC236}">
                <a16:creationId xmlns:a16="http://schemas.microsoft.com/office/drawing/2014/main" id="{3AC50D12-A2CF-3CA4-4C07-A6FD733B6767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heart</a:t>
            </a:r>
          </a:p>
        </p:txBody>
      </p:sp>
      <p:sp>
        <p:nvSpPr>
          <p:cNvPr id="44" name="lightning bolt">
            <a:extLst>
              <a:ext uri="{FF2B5EF4-FFF2-40B4-BE49-F238E27FC236}">
                <a16:creationId xmlns:a16="http://schemas.microsoft.com/office/drawing/2014/main" id="{ADF6E858-F49C-D1B2-06A0-F7221353593A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lightning bolt">
            <a:extLst>
              <a:ext uri="{FF2B5EF4-FFF2-40B4-BE49-F238E27FC236}">
                <a16:creationId xmlns:a16="http://schemas.microsoft.com/office/drawing/2014/main" id="{7698B99E-96E4-C0BE-8132-6CF9C74D6409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lightning bolt</a:t>
            </a:r>
          </a:p>
        </p:txBody>
      </p:sp>
      <p:sp>
        <p:nvSpPr>
          <p:cNvPr id="46" name="sun">
            <a:extLst>
              <a:ext uri="{FF2B5EF4-FFF2-40B4-BE49-F238E27FC236}">
                <a16:creationId xmlns:a16="http://schemas.microsoft.com/office/drawing/2014/main" id="{DF75A566-8A61-51A1-E8B5-D33BBAB3F9F0}"/>
              </a:ext>
            </a:extLst>
          </p:cNvPr>
          <p:cNvSpPr/>
          <p:nvPr/>
        </p:nvSpPr>
        <p:spPr>
          <a:xfrm>
            <a:off x="9144000" y="3568700"/>
            <a:ext cx="1016000" cy="63500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label sun">
            <a:extLst>
              <a:ext uri="{FF2B5EF4-FFF2-40B4-BE49-F238E27FC236}">
                <a16:creationId xmlns:a16="http://schemas.microsoft.com/office/drawing/2014/main" id="{54150DEB-B15A-705D-0DC0-6A506835F0CE}"/>
              </a:ext>
            </a:extLst>
          </p:cNvPr>
          <p:cNvSpPr/>
          <p:nvPr/>
        </p:nvSpPr>
        <p:spPr>
          <a:xfrm>
            <a:off x="8953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sun</a:t>
            </a:r>
          </a:p>
        </p:txBody>
      </p:sp>
      <p:sp>
        <p:nvSpPr>
          <p:cNvPr id="48" name="moon">
            <a:extLst>
              <a:ext uri="{FF2B5EF4-FFF2-40B4-BE49-F238E27FC236}">
                <a16:creationId xmlns:a16="http://schemas.microsoft.com/office/drawing/2014/main" id="{A1B10C38-9869-5877-F063-2AE3A0974478}"/>
              </a:ext>
            </a:extLst>
          </p:cNvPr>
          <p:cNvSpPr/>
          <p:nvPr/>
        </p:nvSpPr>
        <p:spPr>
          <a:xfrm>
            <a:off x="10604500" y="3568700"/>
            <a:ext cx="1016000" cy="635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label moon">
            <a:extLst>
              <a:ext uri="{FF2B5EF4-FFF2-40B4-BE49-F238E27FC236}">
                <a16:creationId xmlns:a16="http://schemas.microsoft.com/office/drawing/2014/main" id="{3C37F460-96E7-75AC-FDCB-131A8A4F3E9D}"/>
              </a:ext>
            </a:extLst>
          </p:cNvPr>
          <p:cNvSpPr/>
          <p:nvPr/>
        </p:nvSpPr>
        <p:spPr>
          <a:xfrm>
            <a:off x="10414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moon</a:t>
            </a:r>
          </a:p>
        </p:txBody>
      </p:sp>
      <p:sp>
        <p:nvSpPr>
          <p:cNvPr id="50" name="arc">
            <a:extLst>
              <a:ext uri="{FF2B5EF4-FFF2-40B4-BE49-F238E27FC236}">
                <a16:creationId xmlns:a16="http://schemas.microsoft.com/office/drawing/2014/main" id="{C50C4155-9972-D7CA-964E-C302B2F3954B}"/>
              </a:ext>
            </a:extLst>
          </p:cNvPr>
          <p:cNvSpPr/>
          <p:nvPr/>
        </p:nvSpPr>
        <p:spPr>
          <a:xfrm>
            <a:off x="-635000" y="5194300"/>
            <a:ext cx="2032000" cy="12700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label arc">
            <a:extLst>
              <a:ext uri="{FF2B5EF4-FFF2-40B4-BE49-F238E27FC236}">
                <a16:creationId xmlns:a16="http://schemas.microsoft.com/office/drawing/2014/main" id="{302DEDBA-7151-7CD2-90C7-EA182A566B7B}"/>
              </a:ext>
            </a:extLst>
          </p:cNvPr>
          <p:cNvSpPr/>
          <p:nvPr/>
        </p:nvSpPr>
        <p:spPr>
          <a:xfrm>
            <a:off x="190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</a:t>
            </a:r>
          </a:p>
        </p:txBody>
      </p:sp>
      <p:sp>
        <p:nvSpPr>
          <p:cNvPr id="52" name="double bracket">
            <a:extLst>
              <a:ext uri="{FF2B5EF4-FFF2-40B4-BE49-F238E27FC236}">
                <a16:creationId xmlns:a16="http://schemas.microsoft.com/office/drawing/2014/main" id="{F4580013-ABAD-84F7-91E3-F82077D1BF5C}"/>
              </a:ext>
            </a:extLst>
          </p:cNvPr>
          <p:cNvSpPr/>
          <p:nvPr/>
        </p:nvSpPr>
        <p:spPr>
          <a:xfrm>
            <a:off x="1841500" y="5194300"/>
            <a:ext cx="1016000" cy="63500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label double bracket">
            <a:extLst>
              <a:ext uri="{FF2B5EF4-FFF2-40B4-BE49-F238E27FC236}">
                <a16:creationId xmlns:a16="http://schemas.microsoft.com/office/drawing/2014/main" id="{37409836-2AD6-1D07-6283-687708349F46}"/>
              </a:ext>
            </a:extLst>
          </p:cNvPr>
          <p:cNvSpPr/>
          <p:nvPr/>
        </p:nvSpPr>
        <p:spPr>
          <a:xfrm>
            <a:off x="1651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double bracket</a:t>
            </a:r>
          </a:p>
        </p:txBody>
      </p:sp>
      <p:sp>
        <p:nvSpPr>
          <p:cNvPr id="54" name="double brace">
            <a:extLst>
              <a:ext uri="{FF2B5EF4-FFF2-40B4-BE49-F238E27FC236}">
                <a16:creationId xmlns:a16="http://schemas.microsoft.com/office/drawing/2014/main" id="{85739A27-92C7-7BA2-4B83-3C1CB36D0F4F}"/>
              </a:ext>
            </a:extLst>
          </p:cNvPr>
          <p:cNvSpPr/>
          <p:nvPr/>
        </p:nvSpPr>
        <p:spPr>
          <a:xfrm>
            <a:off x="3302000" y="5194300"/>
            <a:ext cx="1016000" cy="63500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label double brace">
            <a:extLst>
              <a:ext uri="{FF2B5EF4-FFF2-40B4-BE49-F238E27FC236}">
                <a16:creationId xmlns:a16="http://schemas.microsoft.com/office/drawing/2014/main" id="{653EC6BA-1743-19CB-D6BB-E567E81553F2}"/>
              </a:ext>
            </a:extLst>
          </p:cNvPr>
          <p:cNvSpPr/>
          <p:nvPr/>
        </p:nvSpPr>
        <p:spPr>
          <a:xfrm>
            <a:off x="3111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double brace</a:t>
            </a:r>
          </a:p>
        </p:txBody>
      </p:sp>
      <p:sp>
        <p:nvSpPr>
          <p:cNvPr id="56" name="plaque">
            <a:extLst>
              <a:ext uri="{FF2B5EF4-FFF2-40B4-BE49-F238E27FC236}">
                <a16:creationId xmlns:a16="http://schemas.microsoft.com/office/drawing/2014/main" id="{31D4BD89-EC8A-AB26-716E-5A5300AE2269}"/>
              </a:ext>
            </a:extLst>
          </p:cNvPr>
          <p:cNvSpPr/>
          <p:nvPr/>
        </p:nvSpPr>
        <p:spPr>
          <a:xfrm>
            <a:off x="4762500" y="5194300"/>
            <a:ext cx="1016000" cy="635000"/>
          </a:xfrm>
          <a:prstGeom prst="plaqu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label plaque">
            <a:extLst>
              <a:ext uri="{FF2B5EF4-FFF2-40B4-BE49-F238E27FC236}">
                <a16:creationId xmlns:a16="http://schemas.microsoft.com/office/drawing/2014/main" id="{7224BCE8-B49D-ED55-9B61-BC6323F8205A}"/>
              </a:ext>
            </a:extLst>
          </p:cNvPr>
          <p:cNvSpPr/>
          <p:nvPr/>
        </p:nvSpPr>
        <p:spPr>
          <a:xfrm>
            <a:off x="4572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plaque</a:t>
            </a:r>
          </a:p>
        </p:txBody>
      </p:sp>
      <p:sp>
        <p:nvSpPr>
          <p:cNvPr id="58" name="left bracket">
            <a:extLst>
              <a:ext uri="{FF2B5EF4-FFF2-40B4-BE49-F238E27FC236}">
                <a16:creationId xmlns:a16="http://schemas.microsoft.com/office/drawing/2014/main" id="{85076FD6-DA4C-60A1-C0E1-89593DDBF6A2}"/>
              </a:ext>
            </a:extLst>
          </p:cNvPr>
          <p:cNvSpPr/>
          <p:nvPr/>
        </p:nvSpPr>
        <p:spPr>
          <a:xfrm>
            <a:off x="6223000" y="5194300"/>
            <a:ext cx="1016000" cy="6350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label left bracket">
            <a:extLst>
              <a:ext uri="{FF2B5EF4-FFF2-40B4-BE49-F238E27FC236}">
                <a16:creationId xmlns:a16="http://schemas.microsoft.com/office/drawing/2014/main" id="{9B9017E0-4828-86A3-465A-715457E63E71}"/>
              </a:ext>
            </a:extLst>
          </p:cNvPr>
          <p:cNvSpPr/>
          <p:nvPr/>
        </p:nvSpPr>
        <p:spPr>
          <a:xfrm>
            <a:off x="6032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bracket</a:t>
            </a:r>
          </a:p>
        </p:txBody>
      </p:sp>
      <p:sp>
        <p:nvSpPr>
          <p:cNvPr id="60" name="right bracket">
            <a:extLst>
              <a:ext uri="{FF2B5EF4-FFF2-40B4-BE49-F238E27FC236}">
                <a16:creationId xmlns:a16="http://schemas.microsoft.com/office/drawing/2014/main" id="{E019F847-A1BC-4363-2176-394D00C5DF0B}"/>
              </a:ext>
            </a:extLst>
          </p:cNvPr>
          <p:cNvSpPr/>
          <p:nvPr/>
        </p:nvSpPr>
        <p:spPr>
          <a:xfrm>
            <a:off x="7683500" y="5194300"/>
            <a:ext cx="1016000" cy="6350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label right bracket">
            <a:extLst>
              <a:ext uri="{FF2B5EF4-FFF2-40B4-BE49-F238E27FC236}">
                <a16:creationId xmlns:a16="http://schemas.microsoft.com/office/drawing/2014/main" id="{73F6BB8C-864A-51B7-8A8A-76EB493E550A}"/>
              </a:ext>
            </a:extLst>
          </p:cNvPr>
          <p:cNvSpPr/>
          <p:nvPr/>
        </p:nvSpPr>
        <p:spPr>
          <a:xfrm>
            <a:off x="7493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bracket</a:t>
            </a:r>
          </a:p>
        </p:txBody>
      </p:sp>
      <p:sp>
        <p:nvSpPr>
          <p:cNvPr id="62" name="left brace">
            <a:extLst>
              <a:ext uri="{FF2B5EF4-FFF2-40B4-BE49-F238E27FC236}">
                <a16:creationId xmlns:a16="http://schemas.microsoft.com/office/drawing/2014/main" id="{A98137C6-154E-06E6-EDB0-835AA401CF5A}"/>
              </a:ext>
            </a:extLst>
          </p:cNvPr>
          <p:cNvSpPr/>
          <p:nvPr/>
        </p:nvSpPr>
        <p:spPr>
          <a:xfrm>
            <a:off x="9144000" y="5194300"/>
            <a:ext cx="1016000" cy="6350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label left brace">
            <a:extLst>
              <a:ext uri="{FF2B5EF4-FFF2-40B4-BE49-F238E27FC236}">
                <a16:creationId xmlns:a16="http://schemas.microsoft.com/office/drawing/2014/main" id="{00FC9A8F-30B1-E680-9DF2-94D90064DE22}"/>
              </a:ext>
            </a:extLst>
          </p:cNvPr>
          <p:cNvSpPr/>
          <p:nvPr/>
        </p:nvSpPr>
        <p:spPr>
          <a:xfrm>
            <a:off x="8953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brace</a:t>
            </a:r>
          </a:p>
        </p:txBody>
      </p:sp>
      <p:sp>
        <p:nvSpPr>
          <p:cNvPr id="64" name="right brace">
            <a:extLst>
              <a:ext uri="{FF2B5EF4-FFF2-40B4-BE49-F238E27FC236}">
                <a16:creationId xmlns:a16="http://schemas.microsoft.com/office/drawing/2014/main" id="{C1F967C4-7DE5-DB56-84B8-275556239700}"/>
              </a:ext>
            </a:extLst>
          </p:cNvPr>
          <p:cNvSpPr/>
          <p:nvPr/>
        </p:nvSpPr>
        <p:spPr>
          <a:xfrm>
            <a:off x="10604500" y="5194300"/>
            <a:ext cx="1016000" cy="6350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label right brace">
            <a:extLst>
              <a:ext uri="{FF2B5EF4-FFF2-40B4-BE49-F238E27FC236}">
                <a16:creationId xmlns:a16="http://schemas.microsoft.com/office/drawing/2014/main" id="{09783FEF-8F42-C575-AACE-60F8FFCF83F9}"/>
              </a:ext>
            </a:extLst>
          </p:cNvPr>
          <p:cNvSpPr/>
          <p:nvPr/>
        </p:nvSpPr>
        <p:spPr>
          <a:xfrm>
            <a:off x="10414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brace</a:t>
            </a:r>
          </a:p>
        </p:txBody>
      </p:sp>
    </p:spTree>
    <p:extLst>
      <p:ext uri="{BB962C8B-B14F-4D97-AF65-F5344CB8AC3E}">
        <p14:creationId xmlns:p14="http://schemas.microsoft.com/office/powerpoint/2010/main" val="92367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">
            <a:extLst>
              <a:ext uri="{FF2B5EF4-FFF2-40B4-BE49-F238E27FC236}">
                <a16:creationId xmlns:a16="http://schemas.microsoft.com/office/drawing/2014/main" id="{6742435F-9383-2EC9-B1E0-677EA5510B31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right arrow">
            <a:extLst>
              <a:ext uri="{FF2B5EF4-FFF2-40B4-BE49-F238E27FC236}">
                <a16:creationId xmlns:a16="http://schemas.microsoft.com/office/drawing/2014/main" id="{E0D39E79-4F17-46A2-5774-B01DDB626AE0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arrow</a:t>
            </a:r>
          </a:p>
        </p:txBody>
      </p:sp>
      <p:sp>
        <p:nvSpPr>
          <p:cNvPr id="4" name="left arrow">
            <a:extLst>
              <a:ext uri="{FF2B5EF4-FFF2-40B4-BE49-F238E27FC236}">
                <a16:creationId xmlns:a16="http://schemas.microsoft.com/office/drawing/2014/main" id="{49346686-B5DF-8F3D-05D1-D2762398F9D0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left arrow">
            <a:extLst>
              <a:ext uri="{FF2B5EF4-FFF2-40B4-BE49-F238E27FC236}">
                <a16:creationId xmlns:a16="http://schemas.microsoft.com/office/drawing/2014/main" id="{26F4C0B1-A21C-3C57-7182-B67DA9093DFA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arrow</a:t>
            </a:r>
          </a:p>
        </p:txBody>
      </p:sp>
      <p:sp>
        <p:nvSpPr>
          <p:cNvPr id="6" name="up arrow">
            <a:extLst>
              <a:ext uri="{FF2B5EF4-FFF2-40B4-BE49-F238E27FC236}">
                <a16:creationId xmlns:a16="http://schemas.microsoft.com/office/drawing/2014/main" id="{81AA86C3-A5BC-A5ED-DA95-DC40D98EC88C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up arrow">
            <a:extLst>
              <a:ext uri="{FF2B5EF4-FFF2-40B4-BE49-F238E27FC236}">
                <a16:creationId xmlns:a16="http://schemas.microsoft.com/office/drawing/2014/main" id="{628704A0-6338-258F-C743-E9A106EB4D4A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arrow</a:t>
            </a:r>
          </a:p>
        </p:txBody>
      </p:sp>
      <p:sp>
        <p:nvSpPr>
          <p:cNvPr id="8" name="down arrow">
            <a:extLst>
              <a:ext uri="{FF2B5EF4-FFF2-40B4-BE49-F238E27FC236}">
                <a16:creationId xmlns:a16="http://schemas.microsoft.com/office/drawing/2014/main" id="{283012C3-7416-2D04-FAAE-EF7BA749252C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down arrow">
            <a:extLst>
              <a:ext uri="{FF2B5EF4-FFF2-40B4-BE49-F238E27FC236}">
                <a16:creationId xmlns:a16="http://schemas.microsoft.com/office/drawing/2014/main" id="{5268BDDA-54C7-B24B-ECFC-B5ECEA566D07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down arrow</a:t>
            </a:r>
          </a:p>
        </p:txBody>
      </p:sp>
      <p:sp>
        <p:nvSpPr>
          <p:cNvPr id="10" name="left right arrow">
            <a:extLst>
              <a:ext uri="{FF2B5EF4-FFF2-40B4-BE49-F238E27FC236}">
                <a16:creationId xmlns:a16="http://schemas.microsoft.com/office/drawing/2014/main" id="{E87B6761-FD82-1029-D577-65A35E9F36F0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left right arrow">
            <a:extLst>
              <a:ext uri="{FF2B5EF4-FFF2-40B4-BE49-F238E27FC236}">
                <a16:creationId xmlns:a16="http://schemas.microsoft.com/office/drawing/2014/main" id="{C8F8B4F0-6F51-5130-269F-9666EA2B1A9A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right arrow</a:t>
            </a:r>
          </a:p>
        </p:txBody>
      </p:sp>
      <p:sp>
        <p:nvSpPr>
          <p:cNvPr id="12" name="up down arrow">
            <a:extLst>
              <a:ext uri="{FF2B5EF4-FFF2-40B4-BE49-F238E27FC236}">
                <a16:creationId xmlns:a16="http://schemas.microsoft.com/office/drawing/2014/main" id="{A42E8096-153C-7C25-EB0C-DB5CF04F82F6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label up down arrow">
            <a:extLst>
              <a:ext uri="{FF2B5EF4-FFF2-40B4-BE49-F238E27FC236}">
                <a16:creationId xmlns:a16="http://schemas.microsoft.com/office/drawing/2014/main" id="{B3B332E0-9978-86B1-D712-87D75DF37E9D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down arrow</a:t>
            </a:r>
          </a:p>
        </p:txBody>
      </p:sp>
      <p:sp>
        <p:nvSpPr>
          <p:cNvPr id="14" name="quad arrow">
            <a:extLst>
              <a:ext uri="{FF2B5EF4-FFF2-40B4-BE49-F238E27FC236}">
                <a16:creationId xmlns:a16="http://schemas.microsoft.com/office/drawing/2014/main" id="{06EEBC5D-1B8C-5147-08B1-7141E6D8170E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quad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abel quad arrow">
            <a:extLst>
              <a:ext uri="{FF2B5EF4-FFF2-40B4-BE49-F238E27FC236}">
                <a16:creationId xmlns:a16="http://schemas.microsoft.com/office/drawing/2014/main" id="{21F99820-8CF8-8145-AB35-FCB612134AA5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quad arrow</a:t>
            </a:r>
          </a:p>
        </p:txBody>
      </p:sp>
      <p:sp>
        <p:nvSpPr>
          <p:cNvPr id="16" name="left right up arrow">
            <a:extLst>
              <a:ext uri="{FF2B5EF4-FFF2-40B4-BE49-F238E27FC236}">
                <a16:creationId xmlns:a16="http://schemas.microsoft.com/office/drawing/2014/main" id="{68331614-6BD3-8845-127E-C709F4BE841C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label left right up arrow">
            <a:extLst>
              <a:ext uri="{FF2B5EF4-FFF2-40B4-BE49-F238E27FC236}">
                <a16:creationId xmlns:a16="http://schemas.microsoft.com/office/drawing/2014/main" id="{CB2DE411-FC80-9E5A-9D3D-8794B48A17E6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right up arrow</a:t>
            </a:r>
          </a:p>
        </p:txBody>
      </p:sp>
      <p:sp>
        <p:nvSpPr>
          <p:cNvPr id="18" name="bent arrow">
            <a:extLst>
              <a:ext uri="{FF2B5EF4-FFF2-40B4-BE49-F238E27FC236}">
                <a16:creationId xmlns:a16="http://schemas.microsoft.com/office/drawing/2014/main" id="{4624BC9E-3485-B39C-75FA-907E6FEDB366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label bent arrow">
            <a:extLst>
              <a:ext uri="{FF2B5EF4-FFF2-40B4-BE49-F238E27FC236}">
                <a16:creationId xmlns:a16="http://schemas.microsoft.com/office/drawing/2014/main" id="{9C663155-3F16-7536-3793-83DAF617FE86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bent arrow</a:t>
            </a:r>
          </a:p>
        </p:txBody>
      </p:sp>
      <p:sp>
        <p:nvSpPr>
          <p:cNvPr id="20" name="U turn arrow">
            <a:extLst>
              <a:ext uri="{FF2B5EF4-FFF2-40B4-BE49-F238E27FC236}">
                <a16:creationId xmlns:a16="http://schemas.microsoft.com/office/drawing/2014/main" id="{E0B3FE40-A3F1-0102-6A94-018D305F39AB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label U turn arrow">
            <a:extLst>
              <a:ext uri="{FF2B5EF4-FFF2-40B4-BE49-F238E27FC236}">
                <a16:creationId xmlns:a16="http://schemas.microsoft.com/office/drawing/2014/main" id="{9781482A-C8A4-6107-60FA-80BE41555F2E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 turn arrow</a:t>
            </a:r>
          </a:p>
        </p:txBody>
      </p:sp>
      <p:sp>
        <p:nvSpPr>
          <p:cNvPr id="22" name="left up arrow">
            <a:extLst>
              <a:ext uri="{FF2B5EF4-FFF2-40B4-BE49-F238E27FC236}">
                <a16:creationId xmlns:a16="http://schemas.microsoft.com/office/drawing/2014/main" id="{E54630C5-5233-5ED6-9800-FD1D085FC5FE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left up arrow">
            <a:extLst>
              <a:ext uri="{FF2B5EF4-FFF2-40B4-BE49-F238E27FC236}">
                <a16:creationId xmlns:a16="http://schemas.microsoft.com/office/drawing/2014/main" id="{19D24D81-90B0-9268-043C-9AADF1263A65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up arrow</a:t>
            </a:r>
          </a:p>
        </p:txBody>
      </p:sp>
      <p:sp>
        <p:nvSpPr>
          <p:cNvPr id="24" name="bent up arrow">
            <a:extLst>
              <a:ext uri="{FF2B5EF4-FFF2-40B4-BE49-F238E27FC236}">
                <a16:creationId xmlns:a16="http://schemas.microsoft.com/office/drawing/2014/main" id="{5B4EA1A9-53DC-4D24-3AA3-66407F21FA32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abel bent up arrow">
            <a:extLst>
              <a:ext uri="{FF2B5EF4-FFF2-40B4-BE49-F238E27FC236}">
                <a16:creationId xmlns:a16="http://schemas.microsoft.com/office/drawing/2014/main" id="{81051FAC-E578-7E7C-437D-7636068D5651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bent up arrow</a:t>
            </a:r>
          </a:p>
        </p:txBody>
      </p:sp>
      <p:sp>
        <p:nvSpPr>
          <p:cNvPr id="26" name="curved right arrow">
            <a:extLst>
              <a:ext uri="{FF2B5EF4-FFF2-40B4-BE49-F238E27FC236}">
                <a16:creationId xmlns:a16="http://schemas.microsoft.com/office/drawing/2014/main" id="{154FEDDF-88FA-A2C9-93F4-36B25B0CEA05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label curved right arrow">
            <a:extLst>
              <a:ext uri="{FF2B5EF4-FFF2-40B4-BE49-F238E27FC236}">
                <a16:creationId xmlns:a16="http://schemas.microsoft.com/office/drawing/2014/main" id="{812805F7-AF9A-6E30-23B9-0D66CA32F8E9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right arrow</a:t>
            </a:r>
          </a:p>
        </p:txBody>
      </p:sp>
      <p:sp>
        <p:nvSpPr>
          <p:cNvPr id="28" name="curved left arrow">
            <a:extLst>
              <a:ext uri="{FF2B5EF4-FFF2-40B4-BE49-F238E27FC236}">
                <a16:creationId xmlns:a16="http://schemas.microsoft.com/office/drawing/2014/main" id="{615267D1-408C-E7D7-1FC9-8BE054C87764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label curved left arrow">
            <a:extLst>
              <a:ext uri="{FF2B5EF4-FFF2-40B4-BE49-F238E27FC236}">
                <a16:creationId xmlns:a16="http://schemas.microsoft.com/office/drawing/2014/main" id="{08C8311C-3CB1-8E0F-9C68-36C2A1FC34BB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left arrow</a:t>
            </a:r>
          </a:p>
        </p:txBody>
      </p:sp>
      <p:sp>
        <p:nvSpPr>
          <p:cNvPr id="30" name="curved up arrow">
            <a:extLst>
              <a:ext uri="{FF2B5EF4-FFF2-40B4-BE49-F238E27FC236}">
                <a16:creationId xmlns:a16="http://schemas.microsoft.com/office/drawing/2014/main" id="{D02BEEB0-80AB-961E-C4F2-1526EBB95726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label curved up arrow">
            <a:extLst>
              <a:ext uri="{FF2B5EF4-FFF2-40B4-BE49-F238E27FC236}">
                <a16:creationId xmlns:a16="http://schemas.microsoft.com/office/drawing/2014/main" id="{72C33A03-1588-A2E4-A43D-862ED4E07FBB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up arrow</a:t>
            </a:r>
          </a:p>
        </p:txBody>
      </p:sp>
      <p:sp>
        <p:nvSpPr>
          <p:cNvPr id="32" name="curved down arrow">
            <a:extLst>
              <a:ext uri="{FF2B5EF4-FFF2-40B4-BE49-F238E27FC236}">
                <a16:creationId xmlns:a16="http://schemas.microsoft.com/office/drawing/2014/main" id="{F7C0C463-A755-5BB5-7CA0-4EBFFAEAF945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label curved down arrow">
            <a:extLst>
              <a:ext uri="{FF2B5EF4-FFF2-40B4-BE49-F238E27FC236}">
                <a16:creationId xmlns:a16="http://schemas.microsoft.com/office/drawing/2014/main" id="{03D5BFC6-BD66-930D-77C8-593BABC1AE89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down arrow</a:t>
            </a:r>
          </a:p>
        </p:txBody>
      </p:sp>
      <p:sp>
        <p:nvSpPr>
          <p:cNvPr id="34" name="striped right arrow">
            <a:extLst>
              <a:ext uri="{FF2B5EF4-FFF2-40B4-BE49-F238E27FC236}">
                <a16:creationId xmlns:a16="http://schemas.microsoft.com/office/drawing/2014/main" id="{79D236DD-6D74-C3E4-A0D5-F43C5A3395EA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label striped right arrow">
            <a:extLst>
              <a:ext uri="{FF2B5EF4-FFF2-40B4-BE49-F238E27FC236}">
                <a16:creationId xmlns:a16="http://schemas.microsoft.com/office/drawing/2014/main" id="{0877C3DA-046F-67F3-5970-082FC29D2E70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striped right arrow</a:t>
            </a:r>
          </a:p>
        </p:txBody>
      </p:sp>
      <p:sp>
        <p:nvSpPr>
          <p:cNvPr id="36" name="notched right arrow">
            <a:extLst>
              <a:ext uri="{FF2B5EF4-FFF2-40B4-BE49-F238E27FC236}">
                <a16:creationId xmlns:a16="http://schemas.microsoft.com/office/drawing/2014/main" id="{79D683B6-19EB-0167-CD8B-F79740E95648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label notched right arrow">
            <a:extLst>
              <a:ext uri="{FF2B5EF4-FFF2-40B4-BE49-F238E27FC236}">
                <a16:creationId xmlns:a16="http://schemas.microsoft.com/office/drawing/2014/main" id="{F7D2AD99-5DFE-BCCC-9733-4CF275EB4150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notched right arrow</a:t>
            </a:r>
          </a:p>
        </p:txBody>
      </p:sp>
      <p:sp>
        <p:nvSpPr>
          <p:cNvPr id="38" name="pentagon">
            <a:extLst>
              <a:ext uri="{FF2B5EF4-FFF2-40B4-BE49-F238E27FC236}">
                <a16:creationId xmlns:a16="http://schemas.microsoft.com/office/drawing/2014/main" id="{88790C38-64A0-6310-2B4E-FDD6E5BB6A26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label pentagon">
            <a:extLst>
              <a:ext uri="{FF2B5EF4-FFF2-40B4-BE49-F238E27FC236}">
                <a16:creationId xmlns:a16="http://schemas.microsoft.com/office/drawing/2014/main" id="{A3BEFFF5-D8E3-7116-7826-396C21A3D175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pentagon</a:t>
            </a:r>
          </a:p>
        </p:txBody>
      </p:sp>
      <p:sp>
        <p:nvSpPr>
          <p:cNvPr id="40" name="chevron">
            <a:extLst>
              <a:ext uri="{FF2B5EF4-FFF2-40B4-BE49-F238E27FC236}">
                <a16:creationId xmlns:a16="http://schemas.microsoft.com/office/drawing/2014/main" id="{322B6BBE-BA52-0493-E67E-9AEE8082A9BE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label chevron">
            <a:extLst>
              <a:ext uri="{FF2B5EF4-FFF2-40B4-BE49-F238E27FC236}">
                <a16:creationId xmlns:a16="http://schemas.microsoft.com/office/drawing/2014/main" id="{2A61D76C-DE6A-0719-7870-B69E32488772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chevron</a:t>
            </a:r>
          </a:p>
        </p:txBody>
      </p:sp>
      <p:sp>
        <p:nvSpPr>
          <p:cNvPr id="42" name="right arrow callout">
            <a:extLst>
              <a:ext uri="{FF2B5EF4-FFF2-40B4-BE49-F238E27FC236}">
                <a16:creationId xmlns:a16="http://schemas.microsoft.com/office/drawing/2014/main" id="{1186D323-9426-792F-20B1-4603E7066403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right arrow callout">
            <a:extLst>
              <a:ext uri="{FF2B5EF4-FFF2-40B4-BE49-F238E27FC236}">
                <a16:creationId xmlns:a16="http://schemas.microsoft.com/office/drawing/2014/main" id="{13DB06B5-17D9-821B-63AF-3439699744AD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arrow callout</a:t>
            </a:r>
          </a:p>
        </p:txBody>
      </p:sp>
      <p:sp>
        <p:nvSpPr>
          <p:cNvPr id="44" name="left arrow callout">
            <a:extLst>
              <a:ext uri="{FF2B5EF4-FFF2-40B4-BE49-F238E27FC236}">
                <a16:creationId xmlns:a16="http://schemas.microsoft.com/office/drawing/2014/main" id="{2742599D-DE20-24D2-12A7-6E82744ED5C6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left arrow callout">
            <a:extLst>
              <a:ext uri="{FF2B5EF4-FFF2-40B4-BE49-F238E27FC236}">
                <a16:creationId xmlns:a16="http://schemas.microsoft.com/office/drawing/2014/main" id="{77A9F095-37EB-0EE2-83D6-32EDEA90FECD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arrow callout</a:t>
            </a:r>
          </a:p>
        </p:txBody>
      </p:sp>
      <p:sp>
        <p:nvSpPr>
          <p:cNvPr id="46" name="up arrow callout">
            <a:extLst>
              <a:ext uri="{FF2B5EF4-FFF2-40B4-BE49-F238E27FC236}">
                <a16:creationId xmlns:a16="http://schemas.microsoft.com/office/drawing/2014/main" id="{F8FB2911-BC32-CA2F-3079-A1632BCFA0D4}"/>
              </a:ext>
            </a:extLst>
          </p:cNvPr>
          <p:cNvSpPr/>
          <p:nvPr/>
        </p:nvSpPr>
        <p:spPr>
          <a:xfrm>
            <a:off x="9144000" y="3568700"/>
            <a:ext cx="1016000" cy="6350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label up arrow callout">
            <a:extLst>
              <a:ext uri="{FF2B5EF4-FFF2-40B4-BE49-F238E27FC236}">
                <a16:creationId xmlns:a16="http://schemas.microsoft.com/office/drawing/2014/main" id="{3AEE9AD7-F856-D58D-FCC9-23F92990259C}"/>
              </a:ext>
            </a:extLst>
          </p:cNvPr>
          <p:cNvSpPr/>
          <p:nvPr/>
        </p:nvSpPr>
        <p:spPr>
          <a:xfrm>
            <a:off x="8953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arrow callout</a:t>
            </a:r>
          </a:p>
        </p:txBody>
      </p:sp>
      <p:sp>
        <p:nvSpPr>
          <p:cNvPr id="48" name="down arrow callout">
            <a:extLst>
              <a:ext uri="{FF2B5EF4-FFF2-40B4-BE49-F238E27FC236}">
                <a16:creationId xmlns:a16="http://schemas.microsoft.com/office/drawing/2014/main" id="{767CDFE2-9C10-887B-198B-1B72614E271C}"/>
              </a:ext>
            </a:extLst>
          </p:cNvPr>
          <p:cNvSpPr/>
          <p:nvPr/>
        </p:nvSpPr>
        <p:spPr>
          <a:xfrm>
            <a:off x="10604500" y="3568700"/>
            <a:ext cx="1016000" cy="6350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label down arrow callout">
            <a:extLst>
              <a:ext uri="{FF2B5EF4-FFF2-40B4-BE49-F238E27FC236}">
                <a16:creationId xmlns:a16="http://schemas.microsoft.com/office/drawing/2014/main" id="{2AC8B6B0-F58F-9CFB-EE8C-E66E517E531F}"/>
              </a:ext>
            </a:extLst>
          </p:cNvPr>
          <p:cNvSpPr/>
          <p:nvPr/>
        </p:nvSpPr>
        <p:spPr>
          <a:xfrm>
            <a:off x="10414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down arrow callout</a:t>
            </a:r>
          </a:p>
        </p:txBody>
      </p:sp>
      <p:sp>
        <p:nvSpPr>
          <p:cNvPr id="50" name="left right arrow callout">
            <a:extLst>
              <a:ext uri="{FF2B5EF4-FFF2-40B4-BE49-F238E27FC236}">
                <a16:creationId xmlns:a16="http://schemas.microsoft.com/office/drawing/2014/main" id="{C6817536-529E-F0E4-2C24-42B8DE96DD98}"/>
              </a:ext>
            </a:extLst>
          </p:cNvPr>
          <p:cNvSpPr/>
          <p:nvPr/>
        </p:nvSpPr>
        <p:spPr>
          <a:xfrm>
            <a:off x="381000" y="5194300"/>
            <a:ext cx="1016000" cy="635000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label left right arrow callout">
            <a:extLst>
              <a:ext uri="{FF2B5EF4-FFF2-40B4-BE49-F238E27FC236}">
                <a16:creationId xmlns:a16="http://schemas.microsoft.com/office/drawing/2014/main" id="{E023637C-8B9E-DE51-FBBB-0813E797FE82}"/>
              </a:ext>
            </a:extLst>
          </p:cNvPr>
          <p:cNvSpPr/>
          <p:nvPr/>
        </p:nvSpPr>
        <p:spPr>
          <a:xfrm>
            <a:off x="190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right arrow callout</a:t>
            </a:r>
          </a:p>
        </p:txBody>
      </p:sp>
      <p:sp>
        <p:nvSpPr>
          <p:cNvPr id="52" name="up down arrow callout">
            <a:extLst>
              <a:ext uri="{FF2B5EF4-FFF2-40B4-BE49-F238E27FC236}">
                <a16:creationId xmlns:a16="http://schemas.microsoft.com/office/drawing/2014/main" id="{9426B8CB-4050-B3C2-408F-B5F0EBBA83EB}"/>
              </a:ext>
            </a:extLst>
          </p:cNvPr>
          <p:cNvSpPr/>
          <p:nvPr/>
        </p:nvSpPr>
        <p:spPr>
          <a:xfrm>
            <a:off x="1841500" y="5194300"/>
            <a:ext cx="1016000" cy="635000"/>
          </a:xfrm>
          <a:prstGeom prst="up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label up down arrow callout">
            <a:extLst>
              <a:ext uri="{FF2B5EF4-FFF2-40B4-BE49-F238E27FC236}">
                <a16:creationId xmlns:a16="http://schemas.microsoft.com/office/drawing/2014/main" id="{E88C9DE5-97B4-C007-71C3-0FDA23A4C541}"/>
              </a:ext>
            </a:extLst>
          </p:cNvPr>
          <p:cNvSpPr/>
          <p:nvPr/>
        </p:nvSpPr>
        <p:spPr>
          <a:xfrm>
            <a:off x="1651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down arrow callout</a:t>
            </a:r>
          </a:p>
        </p:txBody>
      </p:sp>
      <p:sp>
        <p:nvSpPr>
          <p:cNvPr id="54" name="quad arrow callout">
            <a:extLst>
              <a:ext uri="{FF2B5EF4-FFF2-40B4-BE49-F238E27FC236}">
                <a16:creationId xmlns:a16="http://schemas.microsoft.com/office/drawing/2014/main" id="{CE1E409D-63F9-429C-EC99-AC0F7309A01C}"/>
              </a:ext>
            </a:extLst>
          </p:cNvPr>
          <p:cNvSpPr/>
          <p:nvPr/>
        </p:nvSpPr>
        <p:spPr>
          <a:xfrm>
            <a:off x="3302000" y="5194300"/>
            <a:ext cx="1016000" cy="635000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label quad arrow callout">
            <a:extLst>
              <a:ext uri="{FF2B5EF4-FFF2-40B4-BE49-F238E27FC236}">
                <a16:creationId xmlns:a16="http://schemas.microsoft.com/office/drawing/2014/main" id="{E15282E4-603F-D601-4217-BA892175E841}"/>
              </a:ext>
            </a:extLst>
          </p:cNvPr>
          <p:cNvSpPr/>
          <p:nvPr/>
        </p:nvSpPr>
        <p:spPr>
          <a:xfrm>
            <a:off x="3111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quad arrow callout</a:t>
            </a:r>
          </a:p>
        </p:txBody>
      </p:sp>
      <p:sp>
        <p:nvSpPr>
          <p:cNvPr id="56" name="circular arrow">
            <a:extLst>
              <a:ext uri="{FF2B5EF4-FFF2-40B4-BE49-F238E27FC236}">
                <a16:creationId xmlns:a16="http://schemas.microsoft.com/office/drawing/2014/main" id="{F278A32B-69B7-5347-32A4-6049390DCEFB}"/>
              </a:ext>
            </a:extLst>
          </p:cNvPr>
          <p:cNvSpPr/>
          <p:nvPr/>
        </p:nvSpPr>
        <p:spPr>
          <a:xfrm>
            <a:off x="4762500" y="5194300"/>
            <a:ext cx="1016000" cy="635000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label circular arrow">
            <a:extLst>
              <a:ext uri="{FF2B5EF4-FFF2-40B4-BE49-F238E27FC236}">
                <a16:creationId xmlns:a16="http://schemas.microsoft.com/office/drawing/2014/main" id="{824B3EA7-14D8-C449-E1B7-3D973C5F215D}"/>
              </a:ext>
            </a:extLst>
          </p:cNvPr>
          <p:cNvSpPr/>
          <p:nvPr/>
        </p:nvSpPr>
        <p:spPr>
          <a:xfrm>
            <a:off x="4572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circular arrow</a:t>
            </a:r>
          </a:p>
        </p:txBody>
      </p:sp>
      <p:sp>
        <p:nvSpPr>
          <p:cNvPr id="58" name="flowchart process">
            <a:extLst>
              <a:ext uri="{FF2B5EF4-FFF2-40B4-BE49-F238E27FC236}">
                <a16:creationId xmlns:a16="http://schemas.microsoft.com/office/drawing/2014/main" id="{12F814AA-1B0D-74AC-3385-3CC3F6EEDBF3}"/>
              </a:ext>
            </a:extLst>
          </p:cNvPr>
          <p:cNvSpPr/>
          <p:nvPr/>
        </p:nvSpPr>
        <p:spPr>
          <a:xfrm>
            <a:off x="6223000" y="5194300"/>
            <a:ext cx="1016000" cy="635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label flowchart process">
            <a:extLst>
              <a:ext uri="{FF2B5EF4-FFF2-40B4-BE49-F238E27FC236}">
                <a16:creationId xmlns:a16="http://schemas.microsoft.com/office/drawing/2014/main" id="{7A1B9524-35FD-6018-4441-322B87FB3D02}"/>
              </a:ext>
            </a:extLst>
          </p:cNvPr>
          <p:cNvSpPr/>
          <p:nvPr/>
        </p:nvSpPr>
        <p:spPr>
          <a:xfrm>
            <a:off x="6032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process</a:t>
            </a:r>
          </a:p>
        </p:txBody>
      </p:sp>
      <p:sp>
        <p:nvSpPr>
          <p:cNvPr id="60" name="flowchart alternate process">
            <a:extLst>
              <a:ext uri="{FF2B5EF4-FFF2-40B4-BE49-F238E27FC236}">
                <a16:creationId xmlns:a16="http://schemas.microsoft.com/office/drawing/2014/main" id="{C18B7DE9-A1B9-601D-EF41-42EE490D3BB5}"/>
              </a:ext>
            </a:extLst>
          </p:cNvPr>
          <p:cNvSpPr/>
          <p:nvPr/>
        </p:nvSpPr>
        <p:spPr>
          <a:xfrm>
            <a:off x="7683500" y="5194300"/>
            <a:ext cx="1016000" cy="6350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label flowchart alternate process">
            <a:extLst>
              <a:ext uri="{FF2B5EF4-FFF2-40B4-BE49-F238E27FC236}">
                <a16:creationId xmlns:a16="http://schemas.microsoft.com/office/drawing/2014/main" id="{FB8BD9DC-F966-8B71-5452-4DA03058BB1D}"/>
              </a:ext>
            </a:extLst>
          </p:cNvPr>
          <p:cNvSpPr/>
          <p:nvPr/>
        </p:nvSpPr>
        <p:spPr>
          <a:xfrm>
            <a:off x="7493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alternate process</a:t>
            </a:r>
          </a:p>
        </p:txBody>
      </p:sp>
      <p:sp>
        <p:nvSpPr>
          <p:cNvPr id="62" name="flowchart decision">
            <a:extLst>
              <a:ext uri="{FF2B5EF4-FFF2-40B4-BE49-F238E27FC236}">
                <a16:creationId xmlns:a16="http://schemas.microsoft.com/office/drawing/2014/main" id="{B00E3866-FD3E-ADEB-1012-7C48B5E15DDC}"/>
              </a:ext>
            </a:extLst>
          </p:cNvPr>
          <p:cNvSpPr/>
          <p:nvPr/>
        </p:nvSpPr>
        <p:spPr>
          <a:xfrm>
            <a:off x="9144000" y="5194300"/>
            <a:ext cx="1016000" cy="6350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label flowchart decision">
            <a:extLst>
              <a:ext uri="{FF2B5EF4-FFF2-40B4-BE49-F238E27FC236}">
                <a16:creationId xmlns:a16="http://schemas.microsoft.com/office/drawing/2014/main" id="{DA73177F-A3DE-7CEC-912F-F7AE4ACD4FA4}"/>
              </a:ext>
            </a:extLst>
          </p:cNvPr>
          <p:cNvSpPr/>
          <p:nvPr/>
        </p:nvSpPr>
        <p:spPr>
          <a:xfrm>
            <a:off x="8953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decision</a:t>
            </a:r>
          </a:p>
        </p:txBody>
      </p:sp>
      <p:sp>
        <p:nvSpPr>
          <p:cNvPr id="64" name="flowchart data">
            <a:extLst>
              <a:ext uri="{FF2B5EF4-FFF2-40B4-BE49-F238E27FC236}">
                <a16:creationId xmlns:a16="http://schemas.microsoft.com/office/drawing/2014/main" id="{BECC6A74-D1C9-CCF1-EB63-69D645175051}"/>
              </a:ext>
            </a:extLst>
          </p:cNvPr>
          <p:cNvSpPr/>
          <p:nvPr/>
        </p:nvSpPr>
        <p:spPr>
          <a:xfrm>
            <a:off x="10604500" y="5194300"/>
            <a:ext cx="1016000" cy="63500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label flowchart data">
            <a:extLst>
              <a:ext uri="{FF2B5EF4-FFF2-40B4-BE49-F238E27FC236}">
                <a16:creationId xmlns:a16="http://schemas.microsoft.com/office/drawing/2014/main" id="{30EA2108-BC23-4061-6A58-FAAF8A3F1D9A}"/>
              </a:ext>
            </a:extLst>
          </p:cNvPr>
          <p:cNvSpPr/>
          <p:nvPr/>
        </p:nvSpPr>
        <p:spPr>
          <a:xfrm>
            <a:off x="10414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data</a:t>
            </a:r>
          </a:p>
        </p:txBody>
      </p:sp>
    </p:spTree>
    <p:extLst>
      <p:ext uri="{BB962C8B-B14F-4D97-AF65-F5344CB8AC3E}">
        <p14:creationId xmlns:p14="http://schemas.microsoft.com/office/powerpoint/2010/main" val="98160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 predefined process">
            <a:extLst>
              <a:ext uri="{FF2B5EF4-FFF2-40B4-BE49-F238E27FC236}">
                <a16:creationId xmlns:a16="http://schemas.microsoft.com/office/drawing/2014/main" id="{BAD96468-4A5C-7D84-7601-C881EB29E503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flowchart predefined process">
            <a:extLst>
              <a:ext uri="{FF2B5EF4-FFF2-40B4-BE49-F238E27FC236}">
                <a16:creationId xmlns:a16="http://schemas.microsoft.com/office/drawing/2014/main" id="{B9B2350A-B5E9-B7E9-370E-1FC4395BAC1F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predefined process</a:t>
            </a:r>
          </a:p>
        </p:txBody>
      </p:sp>
      <p:sp>
        <p:nvSpPr>
          <p:cNvPr id="4" name="flowchart internal storage">
            <a:extLst>
              <a:ext uri="{FF2B5EF4-FFF2-40B4-BE49-F238E27FC236}">
                <a16:creationId xmlns:a16="http://schemas.microsoft.com/office/drawing/2014/main" id="{829EB7CA-24E3-786A-4437-2268C402A40A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flowchart internal storage">
            <a:extLst>
              <a:ext uri="{FF2B5EF4-FFF2-40B4-BE49-F238E27FC236}">
                <a16:creationId xmlns:a16="http://schemas.microsoft.com/office/drawing/2014/main" id="{FEFEF418-8987-3482-9875-B91174FC25A2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internal storage</a:t>
            </a:r>
          </a:p>
        </p:txBody>
      </p:sp>
      <p:sp>
        <p:nvSpPr>
          <p:cNvPr id="6" name="flowchart document">
            <a:extLst>
              <a:ext uri="{FF2B5EF4-FFF2-40B4-BE49-F238E27FC236}">
                <a16:creationId xmlns:a16="http://schemas.microsoft.com/office/drawing/2014/main" id="{566C339C-CC88-8BCD-A45D-295E627FD4DF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flowchart document">
            <a:extLst>
              <a:ext uri="{FF2B5EF4-FFF2-40B4-BE49-F238E27FC236}">
                <a16:creationId xmlns:a16="http://schemas.microsoft.com/office/drawing/2014/main" id="{6229C83E-EFCF-3402-500F-8BAF3F4E803B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document</a:t>
            </a:r>
          </a:p>
        </p:txBody>
      </p:sp>
      <p:sp>
        <p:nvSpPr>
          <p:cNvPr id="8" name="flowchart multi document">
            <a:extLst>
              <a:ext uri="{FF2B5EF4-FFF2-40B4-BE49-F238E27FC236}">
                <a16:creationId xmlns:a16="http://schemas.microsoft.com/office/drawing/2014/main" id="{2E50CFB4-3AED-F4C7-3002-D0424CE2CAD5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flowchart multi document">
            <a:extLst>
              <a:ext uri="{FF2B5EF4-FFF2-40B4-BE49-F238E27FC236}">
                <a16:creationId xmlns:a16="http://schemas.microsoft.com/office/drawing/2014/main" id="{6E9BEEC0-C0A0-1451-6F07-CED231C89864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multi document</a:t>
            </a:r>
          </a:p>
        </p:txBody>
      </p:sp>
      <p:sp>
        <p:nvSpPr>
          <p:cNvPr id="10" name="flowchart terminator">
            <a:extLst>
              <a:ext uri="{FF2B5EF4-FFF2-40B4-BE49-F238E27FC236}">
                <a16:creationId xmlns:a16="http://schemas.microsoft.com/office/drawing/2014/main" id="{033FDB3B-7285-8ED5-87D5-07B16744427B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flowchart terminator">
            <a:extLst>
              <a:ext uri="{FF2B5EF4-FFF2-40B4-BE49-F238E27FC236}">
                <a16:creationId xmlns:a16="http://schemas.microsoft.com/office/drawing/2014/main" id="{A08DB664-56A2-E5BE-58CC-F70DC1E6FE62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terminator</a:t>
            </a:r>
          </a:p>
        </p:txBody>
      </p:sp>
      <p:sp>
        <p:nvSpPr>
          <p:cNvPr id="12" name="flowchart preparation">
            <a:extLst>
              <a:ext uri="{FF2B5EF4-FFF2-40B4-BE49-F238E27FC236}">
                <a16:creationId xmlns:a16="http://schemas.microsoft.com/office/drawing/2014/main" id="{98B1EC86-FB85-F660-6723-B7CEA3C37116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label flowchart preparation">
            <a:extLst>
              <a:ext uri="{FF2B5EF4-FFF2-40B4-BE49-F238E27FC236}">
                <a16:creationId xmlns:a16="http://schemas.microsoft.com/office/drawing/2014/main" id="{4562FCF7-D177-BAAF-204E-2D8F5E2F1875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preparation</a:t>
            </a:r>
          </a:p>
        </p:txBody>
      </p:sp>
      <p:sp>
        <p:nvSpPr>
          <p:cNvPr id="14" name="flowchart manual input">
            <a:extLst>
              <a:ext uri="{FF2B5EF4-FFF2-40B4-BE49-F238E27FC236}">
                <a16:creationId xmlns:a16="http://schemas.microsoft.com/office/drawing/2014/main" id="{AAEC9E1D-F630-4B7F-ED16-FB653EA98794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abel flowchart manual input">
            <a:extLst>
              <a:ext uri="{FF2B5EF4-FFF2-40B4-BE49-F238E27FC236}">
                <a16:creationId xmlns:a16="http://schemas.microsoft.com/office/drawing/2014/main" id="{46507E51-B322-C51F-5C1D-DE850F7956B9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manual input</a:t>
            </a:r>
          </a:p>
        </p:txBody>
      </p:sp>
      <p:sp>
        <p:nvSpPr>
          <p:cNvPr id="16" name="flowchart manual operation">
            <a:extLst>
              <a:ext uri="{FF2B5EF4-FFF2-40B4-BE49-F238E27FC236}">
                <a16:creationId xmlns:a16="http://schemas.microsoft.com/office/drawing/2014/main" id="{D1B3A9EF-74F9-49AB-DF10-E9FF7BF41C8E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label flowchart manual operation">
            <a:extLst>
              <a:ext uri="{FF2B5EF4-FFF2-40B4-BE49-F238E27FC236}">
                <a16:creationId xmlns:a16="http://schemas.microsoft.com/office/drawing/2014/main" id="{13BCF0CE-FF2C-73A3-8B2A-610CE579F11E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manual operation</a:t>
            </a:r>
          </a:p>
        </p:txBody>
      </p:sp>
      <p:sp>
        <p:nvSpPr>
          <p:cNvPr id="18" name="flowchart connector">
            <a:extLst>
              <a:ext uri="{FF2B5EF4-FFF2-40B4-BE49-F238E27FC236}">
                <a16:creationId xmlns:a16="http://schemas.microsoft.com/office/drawing/2014/main" id="{8D579EE2-D13D-7B14-D06F-5D31B3747740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label flowchart connector">
            <a:extLst>
              <a:ext uri="{FF2B5EF4-FFF2-40B4-BE49-F238E27FC236}">
                <a16:creationId xmlns:a16="http://schemas.microsoft.com/office/drawing/2014/main" id="{AB7A06CF-E918-56BE-902A-E6D7E54E2C13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connector</a:t>
            </a:r>
          </a:p>
        </p:txBody>
      </p:sp>
      <p:sp>
        <p:nvSpPr>
          <p:cNvPr id="20" name="flowchart offpage connector">
            <a:extLst>
              <a:ext uri="{FF2B5EF4-FFF2-40B4-BE49-F238E27FC236}">
                <a16:creationId xmlns:a16="http://schemas.microsoft.com/office/drawing/2014/main" id="{FC733960-A22D-8982-6D59-60D654882980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label flowchart offpage connector">
            <a:extLst>
              <a:ext uri="{FF2B5EF4-FFF2-40B4-BE49-F238E27FC236}">
                <a16:creationId xmlns:a16="http://schemas.microsoft.com/office/drawing/2014/main" id="{7C753BCD-32F9-2B93-E67B-38432D9DCABE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offpage connector</a:t>
            </a:r>
          </a:p>
        </p:txBody>
      </p:sp>
      <p:sp>
        <p:nvSpPr>
          <p:cNvPr id="22" name="flowchart card">
            <a:extLst>
              <a:ext uri="{FF2B5EF4-FFF2-40B4-BE49-F238E27FC236}">
                <a16:creationId xmlns:a16="http://schemas.microsoft.com/office/drawing/2014/main" id="{B135F5E6-53C7-06D7-BF3B-89A53C8D42BF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flowchart card">
            <a:extLst>
              <a:ext uri="{FF2B5EF4-FFF2-40B4-BE49-F238E27FC236}">
                <a16:creationId xmlns:a16="http://schemas.microsoft.com/office/drawing/2014/main" id="{7E138B4A-CB1D-7BDA-B462-7F4C4DD6927E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card</a:t>
            </a:r>
          </a:p>
        </p:txBody>
      </p:sp>
      <p:sp>
        <p:nvSpPr>
          <p:cNvPr id="24" name="flowchart punched tape">
            <a:extLst>
              <a:ext uri="{FF2B5EF4-FFF2-40B4-BE49-F238E27FC236}">
                <a16:creationId xmlns:a16="http://schemas.microsoft.com/office/drawing/2014/main" id="{F8BBCA2A-5142-284F-5762-3C802B1AA42D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abel flowchart punched tape">
            <a:extLst>
              <a:ext uri="{FF2B5EF4-FFF2-40B4-BE49-F238E27FC236}">
                <a16:creationId xmlns:a16="http://schemas.microsoft.com/office/drawing/2014/main" id="{506D32F3-EBDF-26D7-7CCD-8405CCFE802B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punched tape</a:t>
            </a:r>
          </a:p>
        </p:txBody>
      </p:sp>
      <p:sp>
        <p:nvSpPr>
          <p:cNvPr id="26" name="flowchart summing junction">
            <a:extLst>
              <a:ext uri="{FF2B5EF4-FFF2-40B4-BE49-F238E27FC236}">
                <a16:creationId xmlns:a16="http://schemas.microsoft.com/office/drawing/2014/main" id="{C8ADB4A3-4C83-5DBF-821C-6E00130007D7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label flowchart summing junction">
            <a:extLst>
              <a:ext uri="{FF2B5EF4-FFF2-40B4-BE49-F238E27FC236}">
                <a16:creationId xmlns:a16="http://schemas.microsoft.com/office/drawing/2014/main" id="{52BCDB42-41D1-0657-78E6-34377BB6B10F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summing junction</a:t>
            </a:r>
          </a:p>
        </p:txBody>
      </p:sp>
      <p:sp>
        <p:nvSpPr>
          <p:cNvPr id="28" name="flowchart or">
            <a:extLst>
              <a:ext uri="{FF2B5EF4-FFF2-40B4-BE49-F238E27FC236}">
                <a16:creationId xmlns:a16="http://schemas.microsoft.com/office/drawing/2014/main" id="{FB4CBAF7-9A05-22AA-0CB0-19ECFD2C431E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label flowchart or">
            <a:extLst>
              <a:ext uri="{FF2B5EF4-FFF2-40B4-BE49-F238E27FC236}">
                <a16:creationId xmlns:a16="http://schemas.microsoft.com/office/drawing/2014/main" id="{FD0C4441-DD93-6616-763E-2AD4A530CDF4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or</a:t>
            </a:r>
          </a:p>
        </p:txBody>
      </p:sp>
      <p:sp>
        <p:nvSpPr>
          <p:cNvPr id="30" name="flowchart collate">
            <a:extLst>
              <a:ext uri="{FF2B5EF4-FFF2-40B4-BE49-F238E27FC236}">
                <a16:creationId xmlns:a16="http://schemas.microsoft.com/office/drawing/2014/main" id="{13724A88-14A5-44ED-EFC5-64355E70BC5D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flowChartCol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label flowchart collate">
            <a:extLst>
              <a:ext uri="{FF2B5EF4-FFF2-40B4-BE49-F238E27FC236}">
                <a16:creationId xmlns:a16="http://schemas.microsoft.com/office/drawing/2014/main" id="{8B5E3EB2-9F9D-FC22-7697-193B4F973177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collate</a:t>
            </a:r>
          </a:p>
        </p:txBody>
      </p:sp>
      <p:sp>
        <p:nvSpPr>
          <p:cNvPr id="32" name="flowchart sort">
            <a:extLst>
              <a:ext uri="{FF2B5EF4-FFF2-40B4-BE49-F238E27FC236}">
                <a16:creationId xmlns:a16="http://schemas.microsoft.com/office/drawing/2014/main" id="{847B02B6-344F-7BDE-3EE7-CDF6D035513D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flowChartSo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label flowchart sort">
            <a:extLst>
              <a:ext uri="{FF2B5EF4-FFF2-40B4-BE49-F238E27FC236}">
                <a16:creationId xmlns:a16="http://schemas.microsoft.com/office/drawing/2014/main" id="{ECFBA449-B268-4DC6-EF65-8DADDC66D9FB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sort</a:t>
            </a:r>
          </a:p>
        </p:txBody>
      </p:sp>
      <p:sp>
        <p:nvSpPr>
          <p:cNvPr id="34" name="flowchart extract">
            <a:extLst>
              <a:ext uri="{FF2B5EF4-FFF2-40B4-BE49-F238E27FC236}">
                <a16:creationId xmlns:a16="http://schemas.microsoft.com/office/drawing/2014/main" id="{4BA9625C-693A-7926-8AA4-0EEE86B45C99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label flowchart extract">
            <a:extLst>
              <a:ext uri="{FF2B5EF4-FFF2-40B4-BE49-F238E27FC236}">
                <a16:creationId xmlns:a16="http://schemas.microsoft.com/office/drawing/2014/main" id="{71F9C98D-B7F9-F9D6-2176-68F0602CB4AF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extract</a:t>
            </a:r>
          </a:p>
        </p:txBody>
      </p:sp>
      <p:sp>
        <p:nvSpPr>
          <p:cNvPr id="36" name="flowchart merge">
            <a:extLst>
              <a:ext uri="{FF2B5EF4-FFF2-40B4-BE49-F238E27FC236}">
                <a16:creationId xmlns:a16="http://schemas.microsoft.com/office/drawing/2014/main" id="{E791D34E-1D4E-2527-4111-D7F10BF0F590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label flowchart merge">
            <a:extLst>
              <a:ext uri="{FF2B5EF4-FFF2-40B4-BE49-F238E27FC236}">
                <a16:creationId xmlns:a16="http://schemas.microsoft.com/office/drawing/2014/main" id="{EBECB1FF-5BE5-FE90-235D-CD3F0B642C0D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merge</a:t>
            </a:r>
          </a:p>
        </p:txBody>
      </p:sp>
      <p:sp>
        <p:nvSpPr>
          <p:cNvPr id="38" name="flowchart stored data">
            <a:extLst>
              <a:ext uri="{FF2B5EF4-FFF2-40B4-BE49-F238E27FC236}">
                <a16:creationId xmlns:a16="http://schemas.microsoft.com/office/drawing/2014/main" id="{7C4DABC9-76E4-17E6-A8AF-59AEC75633BE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label flowchart stored data">
            <a:extLst>
              <a:ext uri="{FF2B5EF4-FFF2-40B4-BE49-F238E27FC236}">
                <a16:creationId xmlns:a16="http://schemas.microsoft.com/office/drawing/2014/main" id="{F9AEA640-E012-61C4-4F99-D0595E8E479C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stored data</a:t>
            </a:r>
          </a:p>
        </p:txBody>
      </p:sp>
      <p:sp>
        <p:nvSpPr>
          <p:cNvPr id="40" name="flowchart delay">
            <a:extLst>
              <a:ext uri="{FF2B5EF4-FFF2-40B4-BE49-F238E27FC236}">
                <a16:creationId xmlns:a16="http://schemas.microsoft.com/office/drawing/2014/main" id="{DC250A4B-A172-3FBC-E648-94D6CD39F9A5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label flowchart delay">
            <a:extLst>
              <a:ext uri="{FF2B5EF4-FFF2-40B4-BE49-F238E27FC236}">
                <a16:creationId xmlns:a16="http://schemas.microsoft.com/office/drawing/2014/main" id="{5E88D2FC-30EE-A787-432D-EFC1454F0005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delay</a:t>
            </a:r>
          </a:p>
        </p:txBody>
      </p:sp>
      <p:sp>
        <p:nvSpPr>
          <p:cNvPr id="42" name="flowchart sequential access storage">
            <a:extLst>
              <a:ext uri="{FF2B5EF4-FFF2-40B4-BE49-F238E27FC236}">
                <a16:creationId xmlns:a16="http://schemas.microsoft.com/office/drawing/2014/main" id="{8FDEC7BB-06F3-ED53-0CDE-DAE9C11A3D62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flowchart sequential access storage">
            <a:extLst>
              <a:ext uri="{FF2B5EF4-FFF2-40B4-BE49-F238E27FC236}">
                <a16:creationId xmlns:a16="http://schemas.microsoft.com/office/drawing/2014/main" id="{7BB7B081-A7E2-45DF-F146-CCC95863854E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sequential access storage</a:t>
            </a:r>
          </a:p>
        </p:txBody>
      </p:sp>
      <p:sp>
        <p:nvSpPr>
          <p:cNvPr id="44" name="flowchart magnetic disk">
            <a:extLst>
              <a:ext uri="{FF2B5EF4-FFF2-40B4-BE49-F238E27FC236}">
                <a16:creationId xmlns:a16="http://schemas.microsoft.com/office/drawing/2014/main" id="{F4F778D9-85E4-3EE6-1F47-71D5C85A0758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flowchart magnetic disk">
            <a:extLst>
              <a:ext uri="{FF2B5EF4-FFF2-40B4-BE49-F238E27FC236}">
                <a16:creationId xmlns:a16="http://schemas.microsoft.com/office/drawing/2014/main" id="{820A3AAD-56C6-D392-9918-AE3F1E01CB0D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magnetic disk</a:t>
            </a:r>
          </a:p>
        </p:txBody>
      </p:sp>
      <p:sp>
        <p:nvSpPr>
          <p:cNvPr id="46" name="flowchart direct access storage">
            <a:extLst>
              <a:ext uri="{FF2B5EF4-FFF2-40B4-BE49-F238E27FC236}">
                <a16:creationId xmlns:a16="http://schemas.microsoft.com/office/drawing/2014/main" id="{EF2E098A-6FC6-4DB3-C4B5-DD4CACC5F90E}"/>
              </a:ext>
            </a:extLst>
          </p:cNvPr>
          <p:cNvSpPr/>
          <p:nvPr/>
        </p:nvSpPr>
        <p:spPr>
          <a:xfrm>
            <a:off x="9144000" y="3568700"/>
            <a:ext cx="1016000" cy="63500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label flowchart direct access storage">
            <a:extLst>
              <a:ext uri="{FF2B5EF4-FFF2-40B4-BE49-F238E27FC236}">
                <a16:creationId xmlns:a16="http://schemas.microsoft.com/office/drawing/2014/main" id="{7E9B3556-48D8-E71F-315A-83ADEDEAEFE4}"/>
              </a:ext>
            </a:extLst>
          </p:cNvPr>
          <p:cNvSpPr/>
          <p:nvPr/>
        </p:nvSpPr>
        <p:spPr>
          <a:xfrm>
            <a:off x="8953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direct access storage</a:t>
            </a:r>
          </a:p>
        </p:txBody>
      </p:sp>
      <p:sp>
        <p:nvSpPr>
          <p:cNvPr id="48" name="flowchart display">
            <a:extLst>
              <a:ext uri="{FF2B5EF4-FFF2-40B4-BE49-F238E27FC236}">
                <a16:creationId xmlns:a16="http://schemas.microsoft.com/office/drawing/2014/main" id="{E1A7EF7B-8FD9-06D1-5CC5-83D7FF61D2B6}"/>
              </a:ext>
            </a:extLst>
          </p:cNvPr>
          <p:cNvSpPr/>
          <p:nvPr/>
        </p:nvSpPr>
        <p:spPr>
          <a:xfrm>
            <a:off x="10604500" y="3568700"/>
            <a:ext cx="1016000" cy="635000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label flowchart display">
            <a:extLst>
              <a:ext uri="{FF2B5EF4-FFF2-40B4-BE49-F238E27FC236}">
                <a16:creationId xmlns:a16="http://schemas.microsoft.com/office/drawing/2014/main" id="{ACD5FBBF-F4E6-D86F-8866-9B6BE6DB0C94}"/>
              </a:ext>
            </a:extLst>
          </p:cNvPr>
          <p:cNvSpPr/>
          <p:nvPr/>
        </p:nvSpPr>
        <p:spPr>
          <a:xfrm>
            <a:off x="10414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display</a:t>
            </a:r>
          </a:p>
        </p:txBody>
      </p:sp>
      <p:sp>
        <p:nvSpPr>
          <p:cNvPr id="50" name="explosion one">
            <a:extLst>
              <a:ext uri="{FF2B5EF4-FFF2-40B4-BE49-F238E27FC236}">
                <a16:creationId xmlns:a16="http://schemas.microsoft.com/office/drawing/2014/main" id="{FB1EE75E-D5C2-B948-F516-0EB5732FE005}"/>
              </a:ext>
            </a:extLst>
          </p:cNvPr>
          <p:cNvSpPr/>
          <p:nvPr/>
        </p:nvSpPr>
        <p:spPr>
          <a:xfrm>
            <a:off x="381000" y="5194300"/>
            <a:ext cx="1016000" cy="63500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label explosion one">
            <a:extLst>
              <a:ext uri="{FF2B5EF4-FFF2-40B4-BE49-F238E27FC236}">
                <a16:creationId xmlns:a16="http://schemas.microsoft.com/office/drawing/2014/main" id="{02781974-D4DB-CA36-EB4D-56D10B5417F1}"/>
              </a:ext>
            </a:extLst>
          </p:cNvPr>
          <p:cNvSpPr/>
          <p:nvPr/>
        </p:nvSpPr>
        <p:spPr>
          <a:xfrm>
            <a:off x="190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explosion one</a:t>
            </a:r>
          </a:p>
        </p:txBody>
      </p:sp>
      <p:sp>
        <p:nvSpPr>
          <p:cNvPr id="52" name="explosion two">
            <a:extLst>
              <a:ext uri="{FF2B5EF4-FFF2-40B4-BE49-F238E27FC236}">
                <a16:creationId xmlns:a16="http://schemas.microsoft.com/office/drawing/2014/main" id="{57B58D77-52B3-C388-AFA3-FAE7E3FFA24A}"/>
              </a:ext>
            </a:extLst>
          </p:cNvPr>
          <p:cNvSpPr/>
          <p:nvPr/>
        </p:nvSpPr>
        <p:spPr>
          <a:xfrm>
            <a:off x="1841500" y="5194300"/>
            <a:ext cx="1016000" cy="635000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label explosion two">
            <a:extLst>
              <a:ext uri="{FF2B5EF4-FFF2-40B4-BE49-F238E27FC236}">
                <a16:creationId xmlns:a16="http://schemas.microsoft.com/office/drawing/2014/main" id="{210B0527-ADBE-591D-DBDE-FB6CDCF3176F}"/>
              </a:ext>
            </a:extLst>
          </p:cNvPr>
          <p:cNvSpPr/>
          <p:nvPr/>
        </p:nvSpPr>
        <p:spPr>
          <a:xfrm>
            <a:off x="1651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explosion two</a:t>
            </a:r>
          </a:p>
        </p:txBody>
      </p:sp>
      <p:sp>
        <p:nvSpPr>
          <p:cNvPr id="54" name="four point star">
            <a:extLst>
              <a:ext uri="{FF2B5EF4-FFF2-40B4-BE49-F238E27FC236}">
                <a16:creationId xmlns:a16="http://schemas.microsoft.com/office/drawing/2014/main" id="{4F8028EE-BFF5-BD28-D272-9733088F86E9}"/>
              </a:ext>
            </a:extLst>
          </p:cNvPr>
          <p:cNvSpPr/>
          <p:nvPr/>
        </p:nvSpPr>
        <p:spPr>
          <a:xfrm>
            <a:off x="3302000" y="5194300"/>
            <a:ext cx="1016000" cy="635000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label four point star">
            <a:extLst>
              <a:ext uri="{FF2B5EF4-FFF2-40B4-BE49-F238E27FC236}">
                <a16:creationId xmlns:a16="http://schemas.microsoft.com/office/drawing/2014/main" id="{31EC3595-FACC-E411-32DD-9CE872B1F041}"/>
              </a:ext>
            </a:extLst>
          </p:cNvPr>
          <p:cNvSpPr/>
          <p:nvPr/>
        </p:nvSpPr>
        <p:spPr>
          <a:xfrm>
            <a:off x="3111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four point star</a:t>
            </a:r>
          </a:p>
        </p:txBody>
      </p:sp>
      <p:sp>
        <p:nvSpPr>
          <p:cNvPr id="56" name="five point star">
            <a:extLst>
              <a:ext uri="{FF2B5EF4-FFF2-40B4-BE49-F238E27FC236}">
                <a16:creationId xmlns:a16="http://schemas.microsoft.com/office/drawing/2014/main" id="{73D6683D-AB0C-0442-6F7D-CDBA48B16987}"/>
              </a:ext>
            </a:extLst>
          </p:cNvPr>
          <p:cNvSpPr/>
          <p:nvPr/>
        </p:nvSpPr>
        <p:spPr>
          <a:xfrm>
            <a:off x="4762500" y="5194300"/>
            <a:ext cx="1016000" cy="6350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label five point star">
            <a:extLst>
              <a:ext uri="{FF2B5EF4-FFF2-40B4-BE49-F238E27FC236}">
                <a16:creationId xmlns:a16="http://schemas.microsoft.com/office/drawing/2014/main" id="{E05E69E8-612C-3E7D-7EC4-33CC32A4E338}"/>
              </a:ext>
            </a:extLst>
          </p:cNvPr>
          <p:cNvSpPr/>
          <p:nvPr/>
        </p:nvSpPr>
        <p:spPr>
          <a:xfrm>
            <a:off x="4572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five point star</a:t>
            </a:r>
          </a:p>
        </p:txBody>
      </p:sp>
      <p:sp>
        <p:nvSpPr>
          <p:cNvPr id="58" name="eight point star">
            <a:extLst>
              <a:ext uri="{FF2B5EF4-FFF2-40B4-BE49-F238E27FC236}">
                <a16:creationId xmlns:a16="http://schemas.microsoft.com/office/drawing/2014/main" id="{93339F56-5B77-5373-423F-ADFD26514CBB}"/>
              </a:ext>
            </a:extLst>
          </p:cNvPr>
          <p:cNvSpPr/>
          <p:nvPr/>
        </p:nvSpPr>
        <p:spPr>
          <a:xfrm>
            <a:off x="6223000" y="5194300"/>
            <a:ext cx="1016000" cy="635000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label eight point star">
            <a:extLst>
              <a:ext uri="{FF2B5EF4-FFF2-40B4-BE49-F238E27FC236}">
                <a16:creationId xmlns:a16="http://schemas.microsoft.com/office/drawing/2014/main" id="{06DFC635-9E92-59B0-7F3D-E790B9EEAE9F}"/>
              </a:ext>
            </a:extLst>
          </p:cNvPr>
          <p:cNvSpPr/>
          <p:nvPr/>
        </p:nvSpPr>
        <p:spPr>
          <a:xfrm>
            <a:off x="6032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eight point star</a:t>
            </a:r>
          </a:p>
        </p:txBody>
      </p:sp>
      <p:sp>
        <p:nvSpPr>
          <p:cNvPr id="60" name="sixteen point star">
            <a:extLst>
              <a:ext uri="{FF2B5EF4-FFF2-40B4-BE49-F238E27FC236}">
                <a16:creationId xmlns:a16="http://schemas.microsoft.com/office/drawing/2014/main" id="{1D2A8C6F-A4A9-5A97-3A91-E6FF725D1426}"/>
              </a:ext>
            </a:extLst>
          </p:cNvPr>
          <p:cNvSpPr/>
          <p:nvPr/>
        </p:nvSpPr>
        <p:spPr>
          <a:xfrm>
            <a:off x="7683500" y="5194300"/>
            <a:ext cx="1016000" cy="635000"/>
          </a:xfrm>
          <a:prstGeom prst="star1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label sixteen point star">
            <a:extLst>
              <a:ext uri="{FF2B5EF4-FFF2-40B4-BE49-F238E27FC236}">
                <a16:creationId xmlns:a16="http://schemas.microsoft.com/office/drawing/2014/main" id="{E1954156-D5AA-94E8-6A34-208172EF849A}"/>
              </a:ext>
            </a:extLst>
          </p:cNvPr>
          <p:cNvSpPr/>
          <p:nvPr/>
        </p:nvSpPr>
        <p:spPr>
          <a:xfrm>
            <a:off x="7493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sixteen point star</a:t>
            </a:r>
          </a:p>
        </p:txBody>
      </p:sp>
      <p:sp>
        <p:nvSpPr>
          <p:cNvPr id="62" name="twenty four point star">
            <a:extLst>
              <a:ext uri="{FF2B5EF4-FFF2-40B4-BE49-F238E27FC236}">
                <a16:creationId xmlns:a16="http://schemas.microsoft.com/office/drawing/2014/main" id="{36D3B3E0-C633-96FE-BDA7-7570E0BEC7C5}"/>
              </a:ext>
            </a:extLst>
          </p:cNvPr>
          <p:cNvSpPr/>
          <p:nvPr/>
        </p:nvSpPr>
        <p:spPr>
          <a:xfrm>
            <a:off x="9144000" y="5194300"/>
            <a:ext cx="1016000" cy="635000"/>
          </a:xfrm>
          <a:prstGeom prst="star2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label twenty four point star">
            <a:extLst>
              <a:ext uri="{FF2B5EF4-FFF2-40B4-BE49-F238E27FC236}">
                <a16:creationId xmlns:a16="http://schemas.microsoft.com/office/drawing/2014/main" id="{2F12D490-616A-E3CD-2139-0F500861C260}"/>
              </a:ext>
            </a:extLst>
          </p:cNvPr>
          <p:cNvSpPr/>
          <p:nvPr/>
        </p:nvSpPr>
        <p:spPr>
          <a:xfrm>
            <a:off x="8953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twenty four point star</a:t>
            </a:r>
          </a:p>
        </p:txBody>
      </p:sp>
      <p:sp>
        <p:nvSpPr>
          <p:cNvPr id="64" name="thirty two point star">
            <a:extLst>
              <a:ext uri="{FF2B5EF4-FFF2-40B4-BE49-F238E27FC236}">
                <a16:creationId xmlns:a16="http://schemas.microsoft.com/office/drawing/2014/main" id="{5050D531-3E2B-8B03-0099-EF650B1A9114}"/>
              </a:ext>
            </a:extLst>
          </p:cNvPr>
          <p:cNvSpPr/>
          <p:nvPr/>
        </p:nvSpPr>
        <p:spPr>
          <a:xfrm>
            <a:off x="10604500" y="5194300"/>
            <a:ext cx="1016000" cy="635000"/>
          </a:xfrm>
          <a:prstGeom prst="star3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label thirty two point star">
            <a:extLst>
              <a:ext uri="{FF2B5EF4-FFF2-40B4-BE49-F238E27FC236}">
                <a16:creationId xmlns:a16="http://schemas.microsoft.com/office/drawing/2014/main" id="{FCF0F350-3188-9389-F95A-2275D1F580BE}"/>
              </a:ext>
            </a:extLst>
          </p:cNvPr>
          <p:cNvSpPr/>
          <p:nvPr/>
        </p:nvSpPr>
        <p:spPr>
          <a:xfrm>
            <a:off x="10414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thirty two point star</a:t>
            </a:r>
          </a:p>
        </p:txBody>
      </p:sp>
    </p:spTree>
    <p:extLst>
      <p:ext uri="{BB962C8B-B14F-4D97-AF65-F5344CB8AC3E}">
        <p14:creationId xmlns:p14="http://schemas.microsoft.com/office/powerpoint/2010/main" val="212200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p ribbon">
            <a:extLst>
              <a:ext uri="{FF2B5EF4-FFF2-40B4-BE49-F238E27FC236}">
                <a16:creationId xmlns:a16="http://schemas.microsoft.com/office/drawing/2014/main" id="{3ED305C0-E5C1-2E5E-EEF3-4AC3BF9C4B2F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ribbon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up ribbon">
            <a:extLst>
              <a:ext uri="{FF2B5EF4-FFF2-40B4-BE49-F238E27FC236}">
                <a16:creationId xmlns:a16="http://schemas.microsoft.com/office/drawing/2014/main" id="{95567A69-1229-A5E6-62AB-1546F2573030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ribbon</a:t>
            </a:r>
          </a:p>
        </p:txBody>
      </p:sp>
      <p:sp>
        <p:nvSpPr>
          <p:cNvPr id="4" name="down ribbon">
            <a:extLst>
              <a:ext uri="{FF2B5EF4-FFF2-40B4-BE49-F238E27FC236}">
                <a16:creationId xmlns:a16="http://schemas.microsoft.com/office/drawing/2014/main" id="{BDEC9E37-08DD-3EE2-47F5-A667F0DF0ECD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down ribbon">
            <a:extLst>
              <a:ext uri="{FF2B5EF4-FFF2-40B4-BE49-F238E27FC236}">
                <a16:creationId xmlns:a16="http://schemas.microsoft.com/office/drawing/2014/main" id="{0B31690B-8A6E-566F-7CB1-9AA8CE529799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down ribbon</a:t>
            </a:r>
          </a:p>
        </p:txBody>
      </p:sp>
      <p:sp>
        <p:nvSpPr>
          <p:cNvPr id="6" name="curved up ribbon">
            <a:extLst>
              <a:ext uri="{FF2B5EF4-FFF2-40B4-BE49-F238E27FC236}">
                <a16:creationId xmlns:a16="http://schemas.microsoft.com/office/drawing/2014/main" id="{259782D0-A325-838E-489F-610C5F22AB66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ellipseRibbon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curved up ribbon">
            <a:extLst>
              <a:ext uri="{FF2B5EF4-FFF2-40B4-BE49-F238E27FC236}">
                <a16:creationId xmlns:a16="http://schemas.microsoft.com/office/drawing/2014/main" id="{2F04B35B-751D-79BA-8CD0-28A9A1B64F20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up ribbon</a:t>
            </a:r>
          </a:p>
        </p:txBody>
      </p:sp>
      <p:sp>
        <p:nvSpPr>
          <p:cNvPr id="8" name="curved down ribbon">
            <a:extLst>
              <a:ext uri="{FF2B5EF4-FFF2-40B4-BE49-F238E27FC236}">
                <a16:creationId xmlns:a16="http://schemas.microsoft.com/office/drawing/2014/main" id="{40F51A8E-783B-95B6-9C26-EB50955283C3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ellipse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curved down ribbon">
            <a:extLst>
              <a:ext uri="{FF2B5EF4-FFF2-40B4-BE49-F238E27FC236}">
                <a16:creationId xmlns:a16="http://schemas.microsoft.com/office/drawing/2014/main" id="{0070E2D4-B61E-26FE-BC52-A8CE1DE46967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down ribbon</a:t>
            </a:r>
          </a:p>
        </p:txBody>
      </p:sp>
      <p:sp>
        <p:nvSpPr>
          <p:cNvPr id="10" name="vertical scroll">
            <a:extLst>
              <a:ext uri="{FF2B5EF4-FFF2-40B4-BE49-F238E27FC236}">
                <a16:creationId xmlns:a16="http://schemas.microsoft.com/office/drawing/2014/main" id="{569AF04A-299B-8740-3688-B4A26105A558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vertical scroll">
            <a:extLst>
              <a:ext uri="{FF2B5EF4-FFF2-40B4-BE49-F238E27FC236}">
                <a16:creationId xmlns:a16="http://schemas.microsoft.com/office/drawing/2014/main" id="{3AFA7C1A-CCA2-FBEE-508A-8C9F0EFB15B4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vertical scroll</a:t>
            </a:r>
          </a:p>
        </p:txBody>
      </p:sp>
      <p:sp>
        <p:nvSpPr>
          <p:cNvPr id="12" name="horizontal scroll">
            <a:extLst>
              <a:ext uri="{FF2B5EF4-FFF2-40B4-BE49-F238E27FC236}">
                <a16:creationId xmlns:a16="http://schemas.microsoft.com/office/drawing/2014/main" id="{6AEFFE86-4477-6257-1D1B-BA128CCE9CFD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label horizontal scroll">
            <a:extLst>
              <a:ext uri="{FF2B5EF4-FFF2-40B4-BE49-F238E27FC236}">
                <a16:creationId xmlns:a16="http://schemas.microsoft.com/office/drawing/2014/main" id="{2E8A4BEF-14FB-66F5-50BF-9016F6E5C967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horizontal scroll</a:t>
            </a:r>
          </a:p>
        </p:txBody>
      </p:sp>
      <p:sp>
        <p:nvSpPr>
          <p:cNvPr id="14" name="wave">
            <a:extLst>
              <a:ext uri="{FF2B5EF4-FFF2-40B4-BE49-F238E27FC236}">
                <a16:creationId xmlns:a16="http://schemas.microsoft.com/office/drawing/2014/main" id="{4D8335F9-E78E-FBA6-3E4C-550E8AB23D77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abel wave">
            <a:extLst>
              <a:ext uri="{FF2B5EF4-FFF2-40B4-BE49-F238E27FC236}">
                <a16:creationId xmlns:a16="http://schemas.microsoft.com/office/drawing/2014/main" id="{8280F6FC-A99C-25CC-76F7-20FAB014C471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wave</a:t>
            </a:r>
          </a:p>
        </p:txBody>
      </p:sp>
      <p:sp>
        <p:nvSpPr>
          <p:cNvPr id="16" name="double wave">
            <a:extLst>
              <a:ext uri="{FF2B5EF4-FFF2-40B4-BE49-F238E27FC236}">
                <a16:creationId xmlns:a16="http://schemas.microsoft.com/office/drawing/2014/main" id="{3AB13D54-BAA5-1E2B-84A7-F4441AA4CB01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label double wave">
            <a:extLst>
              <a:ext uri="{FF2B5EF4-FFF2-40B4-BE49-F238E27FC236}">
                <a16:creationId xmlns:a16="http://schemas.microsoft.com/office/drawing/2014/main" id="{840B0E95-1505-E8DF-1215-303A324F934A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double wave</a:t>
            </a:r>
          </a:p>
        </p:txBody>
      </p:sp>
      <p:sp>
        <p:nvSpPr>
          <p:cNvPr id="18" name="rectangular callout">
            <a:extLst>
              <a:ext uri="{FF2B5EF4-FFF2-40B4-BE49-F238E27FC236}">
                <a16:creationId xmlns:a16="http://schemas.microsoft.com/office/drawing/2014/main" id="{C8702B8B-8AE6-5D1A-64F1-F6D101B57863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label rectangular callout">
            <a:extLst>
              <a:ext uri="{FF2B5EF4-FFF2-40B4-BE49-F238E27FC236}">
                <a16:creationId xmlns:a16="http://schemas.microsoft.com/office/drawing/2014/main" id="{375C9A3D-43E7-1D47-79D9-1919E583CCEC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rectangular callout</a:t>
            </a:r>
          </a:p>
        </p:txBody>
      </p:sp>
      <p:sp>
        <p:nvSpPr>
          <p:cNvPr id="20" name="rounded rectangular callout">
            <a:extLst>
              <a:ext uri="{FF2B5EF4-FFF2-40B4-BE49-F238E27FC236}">
                <a16:creationId xmlns:a16="http://schemas.microsoft.com/office/drawing/2014/main" id="{6E670335-373E-2E06-20AC-C10D0154D189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label rounded rectangular callout">
            <a:extLst>
              <a:ext uri="{FF2B5EF4-FFF2-40B4-BE49-F238E27FC236}">
                <a16:creationId xmlns:a16="http://schemas.microsoft.com/office/drawing/2014/main" id="{642F63F7-0080-BEAC-1739-400BBFDAF2A8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rounded rectangular callout</a:t>
            </a:r>
          </a:p>
        </p:txBody>
      </p:sp>
      <p:sp>
        <p:nvSpPr>
          <p:cNvPr id="22" name="oval callout">
            <a:extLst>
              <a:ext uri="{FF2B5EF4-FFF2-40B4-BE49-F238E27FC236}">
                <a16:creationId xmlns:a16="http://schemas.microsoft.com/office/drawing/2014/main" id="{4A54D207-803D-65B2-EFB5-AD1564199A56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oval callout">
            <a:extLst>
              <a:ext uri="{FF2B5EF4-FFF2-40B4-BE49-F238E27FC236}">
                <a16:creationId xmlns:a16="http://schemas.microsoft.com/office/drawing/2014/main" id="{DDEBC1AD-CB61-01DB-4869-89860B8DADA9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oval callout</a:t>
            </a:r>
          </a:p>
        </p:txBody>
      </p:sp>
      <p:sp>
        <p:nvSpPr>
          <p:cNvPr id="24" name="cloud callout">
            <a:extLst>
              <a:ext uri="{FF2B5EF4-FFF2-40B4-BE49-F238E27FC236}">
                <a16:creationId xmlns:a16="http://schemas.microsoft.com/office/drawing/2014/main" id="{52E9FB32-FEB0-62E0-02F2-EEAED91E2413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abel cloud callout">
            <a:extLst>
              <a:ext uri="{FF2B5EF4-FFF2-40B4-BE49-F238E27FC236}">
                <a16:creationId xmlns:a16="http://schemas.microsoft.com/office/drawing/2014/main" id="{5542CE8F-101B-2EE2-867F-DE849A93BA4F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cloud callout</a:t>
            </a:r>
          </a:p>
        </p:txBody>
      </p:sp>
      <p:sp>
        <p:nvSpPr>
          <p:cNvPr id="26" name="line callout one">
            <a:extLst>
              <a:ext uri="{FF2B5EF4-FFF2-40B4-BE49-F238E27FC236}">
                <a16:creationId xmlns:a16="http://schemas.microsoft.com/office/drawing/2014/main" id="{1B58D788-D680-EF71-7745-EACA1D9F267B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label line callout one">
            <a:extLst>
              <a:ext uri="{FF2B5EF4-FFF2-40B4-BE49-F238E27FC236}">
                <a16:creationId xmlns:a16="http://schemas.microsoft.com/office/drawing/2014/main" id="{6D1766C4-E693-F4C2-BC3B-2BE46DC00B82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one</a:t>
            </a:r>
          </a:p>
        </p:txBody>
      </p:sp>
      <p:sp>
        <p:nvSpPr>
          <p:cNvPr id="28" name="line callout two">
            <a:extLst>
              <a:ext uri="{FF2B5EF4-FFF2-40B4-BE49-F238E27FC236}">
                <a16:creationId xmlns:a16="http://schemas.microsoft.com/office/drawing/2014/main" id="{A87DF23D-6C83-ED90-42EE-6997BA46C7C0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label line callout two">
            <a:extLst>
              <a:ext uri="{FF2B5EF4-FFF2-40B4-BE49-F238E27FC236}">
                <a16:creationId xmlns:a16="http://schemas.microsoft.com/office/drawing/2014/main" id="{4F5360E3-681A-BB72-8847-69118C4D658C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two</a:t>
            </a:r>
          </a:p>
        </p:txBody>
      </p:sp>
      <p:sp>
        <p:nvSpPr>
          <p:cNvPr id="30" name="line callout three">
            <a:extLst>
              <a:ext uri="{FF2B5EF4-FFF2-40B4-BE49-F238E27FC236}">
                <a16:creationId xmlns:a16="http://schemas.microsoft.com/office/drawing/2014/main" id="{92EBA615-0D5E-50DF-644D-114DCFFDA3F3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label line callout three">
            <a:extLst>
              <a:ext uri="{FF2B5EF4-FFF2-40B4-BE49-F238E27FC236}">
                <a16:creationId xmlns:a16="http://schemas.microsoft.com/office/drawing/2014/main" id="{7C408EE9-9E33-4E9C-6D22-9967DB72009B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three</a:t>
            </a:r>
          </a:p>
        </p:txBody>
      </p:sp>
      <p:sp>
        <p:nvSpPr>
          <p:cNvPr id="32" name="line callout four">
            <a:extLst>
              <a:ext uri="{FF2B5EF4-FFF2-40B4-BE49-F238E27FC236}">
                <a16:creationId xmlns:a16="http://schemas.microsoft.com/office/drawing/2014/main" id="{223380D7-1CE9-943C-DB65-4D2CB6BF7A4C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label line callout four">
            <a:extLst>
              <a:ext uri="{FF2B5EF4-FFF2-40B4-BE49-F238E27FC236}">
                <a16:creationId xmlns:a16="http://schemas.microsoft.com/office/drawing/2014/main" id="{CAE33167-559C-83B3-1E91-BF2A42F982A5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four</a:t>
            </a:r>
          </a:p>
        </p:txBody>
      </p:sp>
      <p:sp>
        <p:nvSpPr>
          <p:cNvPr id="34" name="line callout one accent bar">
            <a:extLst>
              <a:ext uri="{FF2B5EF4-FFF2-40B4-BE49-F238E27FC236}">
                <a16:creationId xmlns:a16="http://schemas.microsoft.com/office/drawing/2014/main" id="{18F67239-9521-1809-8948-90A381E1C991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label line callout one accent bar">
            <a:extLst>
              <a:ext uri="{FF2B5EF4-FFF2-40B4-BE49-F238E27FC236}">
                <a16:creationId xmlns:a16="http://schemas.microsoft.com/office/drawing/2014/main" id="{357005D2-DF38-A2B9-F434-7655132D2A57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one accent bar</a:t>
            </a:r>
          </a:p>
        </p:txBody>
      </p:sp>
      <p:sp>
        <p:nvSpPr>
          <p:cNvPr id="36" name="line callout two accent bar">
            <a:extLst>
              <a:ext uri="{FF2B5EF4-FFF2-40B4-BE49-F238E27FC236}">
                <a16:creationId xmlns:a16="http://schemas.microsoft.com/office/drawing/2014/main" id="{FB408786-7E8F-469D-50E8-1917D102A1DD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label line callout two accent bar">
            <a:extLst>
              <a:ext uri="{FF2B5EF4-FFF2-40B4-BE49-F238E27FC236}">
                <a16:creationId xmlns:a16="http://schemas.microsoft.com/office/drawing/2014/main" id="{03DD6B9C-5473-05B7-916C-BE853B489100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two accent bar</a:t>
            </a:r>
          </a:p>
        </p:txBody>
      </p:sp>
      <p:sp>
        <p:nvSpPr>
          <p:cNvPr id="38" name="line callout three accent bar">
            <a:extLst>
              <a:ext uri="{FF2B5EF4-FFF2-40B4-BE49-F238E27FC236}">
                <a16:creationId xmlns:a16="http://schemas.microsoft.com/office/drawing/2014/main" id="{9F40F78B-7469-3692-1E8F-0626CE290FA4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accent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label line callout three accent bar">
            <a:extLst>
              <a:ext uri="{FF2B5EF4-FFF2-40B4-BE49-F238E27FC236}">
                <a16:creationId xmlns:a16="http://schemas.microsoft.com/office/drawing/2014/main" id="{CE5C266D-03BC-FBB5-4DB6-74478AC39C37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three accent bar</a:t>
            </a:r>
          </a:p>
        </p:txBody>
      </p:sp>
      <p:sp>
        <p:nvSpPr>
          <p:cNvPr id="40" name="line callout four accent bar">
            <a:extLst>
              <a:ext uri="{FF2B5EF4-FFF2-40B4-BE49-F238E27FC236}">
                <a16:creationId xmlns:a16="http://schemas.microsoft.com/office/drawing/2014/main" id="{A077C268-9210-1C25-59E6-32A7FFAD5274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accent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label line callout four accent bar">
            <a:extLst>
              <a:ext uri="{FF2B5EF4-FFF2-40B4-BE49-F238E27FC236}">
                <a16:creationId xmlns:a16="http://schemas.microsoft.com/office/drawing/2014/main" id="{8E63D0E6-FD33-82C2-4C0E-062F7F6B20E5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four accent bar</a:t>
            </a:r>
          </a:p>
        </p:txBody>
      </p:sp>
      <p:sp>
        <p:nvSpPr>
          <p:cNvPr id="42" name="line callout one no border">
            <a:extLst>
              <a:ext uri="{FF2B5EF4-FFF2-40B4-BE49-F238E27FC236}">
                <a16:creationId xmlns:a16="http://schemas.microsoft.com/office/drawing/2014/main" id="{EC4381D1-1782-8FAC-9FCC-E7F61AB41561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line callout one no border">
            <a:extLst>
              <a:ext uri="{FF2B5EF4-FFF2-40B4-BE49-F238E27FC236}">
                <a16:creationId xmlns:a16="http://schemas.microsoft.com/office/drawing/2014/main" id="{75576E8F-9780-F223-4F1F-24EE74D901EF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one no border</a:t>
            </a:r>
          </a:p>
        </p:txBody>
      </p:sp>
      <p:sp>
        <p:nvSpPr>
          <p:cNvPr id="44" name="line callout two no border">
            <a:extLst>
              <a:ext uri="{FF2B5EF4-FFF2-40B4-BE49-F238E27FC236}">
                <a16:creationId xmlns:a16="http://schemas.microsoft.com/office/drawing/2014/main" id="{F4320A19-84AD-DBAC-926B-BF67808B3D93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line callout two no border">
            <a:extLst>
              <a:ext uri="{FF2B5EF4-FFF2-40B4-BE49-F238E27FC236}">
                <a16:creationId xmlns:a16="http://schemas.microsoft.com/office/drawing/2014/main" id="{0E860FEF-286A-9C6B-7ED4-D19A68BBBA35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two no border</a:t>
            </a:r>
          </a:p>
        </p:txBody>
      </p:sp>
      <p:sp>
        <p:nvSpPr>
          <p:cNvPr id="46" name="line callout three no border">
            <a:extLst>
              <a:ext uri="{FF2B5EF4-FFF2-40B4-BE49-F238E27FC236}">
                <a16:creationId xmlns:a16="http://schemas.microsoft.com/office/drawing/2014/main" id="{65AB4608-5984-D1F0-F02D-07F4BB844C03}"/>
              </a:ext>
            </a:extLst>
          </p:cNvPr>
          <p:cNvSpPr/>
          <p:nvPr/>
        </p:nvSpPr>
        <p:spPr>
          <a:xfrm>
            <a:off x="9144000" y="3568700"/>
            <a:ext cx="1016000" cy="635000"/>
          </a:xfrm>
          <a:prstGeom prst="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label line callout three no border">
            <a:extLst>
              <a:ext uri="{FF2B5EF4-FFF2-40B4-BE49-F238E27FC236}">
                <a16:creationId xmlns:a16="http://schemas.microsoft.com/office/drawing/2014/main" id="{9BBCBB1E-4B05-ECD2-9682-71D396F840FC}"/>
              </a:ext>
            </a:extLst>
          </p:cNvPr>
          <p:cNvSpPr/>
          <p:nvPr/>
        </p:nvSpPr>
        <p:spPr>
          <a:xfrm>
            <a:off x="8953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three no border</a:t>
            </a:r>
          </a:p>
        </p:txBody>
      </p:sp>
      <p:sp>
        <p:nvSpPr>
          <p:cNvPr id="48" name="line callout four no border">
            <a:extLst>
              <a:ext uri="{FF2B5EF4-FFF2-40B4-BE49-F238E27FC236}">
                <a16:creationId xmlns:a16="http://schemas.microsoft.com/office/drawing/2014/main" id="{68527E11-CDEC-E717-6A1C-DB59F38E4B78}"/>
              </a:ext>
            </a:extLst>
          </p:cNvPr>
          <p:cNvSpPr/>
          <p:nvPr/>
        </p:nvSpPr>
        <p:spPr>
          <a:xfrm>
            <a:off x="10604500" y="3568700"/>
            <a:ext cx="1016000" cy="635000"/>
          </a:xfrm>
          <a:prstGeom prst="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label line callout four no border">
            <a:extLst>
              <a:ext uri="{FF2B5EF4-FFF2-40B4-BE49-F238E27FC236}">
                <a16:creationId xmlns:a16="http://schemas.microsoft.com/office/drawing/2014/main" id="{15BB143C-C893-D2FB-5F39-85C60A3E85F0}"/>
              </a:ext>
            </a:extLst>
          </p:cNvPr>
          <p:cNvSpPr/>
          <p:nvPr/>
        </p:nvSpPr>
        <p:spPr>
          <a:xfrm>
            <a:off x="10414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callout four no border</a:t>
            </a:r>
          </a:p>
        </p:txBody>
      </p:sp>
      <p:sp>
        <p:nvSpPr>
          <p:cNvPr id="50" name="callout one border and accent bar">
            <a:extLst>
              <a:ext uri="{FF2B5EF4-FFF2-40B4-BE49-F238E27FC236}">
                <a16:creationId xmlns:a16="http://schemas.microsoft.com/office/drawing/2014/main" id="{B3E4D7F4-2A48-AA0F-82D2-0C036384B7DC}"/>
              </a:ext>
            </a:extLst>
          </p:cNvPr>
          <p:cNvSpPr/>
          <p:nvPr/>
        </p:nvSpPr>
        <p:spPr>
          <a:xfrm>
            <a:off x="381000" y="5194300"/>
            <a:ext cx="1016000" cy="6350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label callout one border and accent bar">
            <a:extLst>
              <a:ext uri="{FF2B5EF4-FFF2-40B4-BE49-F238E27FC236}">
                <a16:creationId xmlns:a16="http://schemas.microsoft.com/office/drawing/2014/main" id="{4C451353-866A-FF08-1AD0-57B56FE442EE}"/>
              </a:ext>
            </a:extLst>
          </p:cNvPr>
          <p:cNvSpPr/>
          <p:nvPr/>
        </p:nvSpPr>
        <p:spPr>
          <a:xfrm>
            <a:off x="190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callout one border and accent bar</a:t>
            </a:r>
          </a:p>
        </p:txBody>
      </p:sp>
      <p:sp>
        <p:nvSpPr>
          <p:cNvPr id="52" name="callout two border and accent bar">
            <a:extLst>
              <a:ext uri="{FF2B5EF4-FFF2-40B4-BE49-F238E27FC236}">
                <a16:creationId xmlns:a16="http://schemas.microsoft.com/office/drawing/2014/main" id="{94B54B02-6067-92CE-F721-B37560E57995}"/>
              </a:ext>
            </a:extLst>
          </p:cNvPr>
          <p:cNvSpPr/>
          <p:nvPr/>
        </p:nvSpPr>
        <p:spPr>
          <a:xfrm>
            <a:off x="1841500" y="5194300"/>
            <a:ext cx="1016000" cy="635000"/>
          </a:xfrm>
          <a:prstGeom prst="accent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label callout two border and accent bar">
            <a:extLst>
              <a:ext uri="{FF2B5EF4-FFF2-40B4-BE49-F238E27FC236}">
                <a16:creationId xmlns:a16="http://schemas.microsoft.com/office/drawing/2014/main" id="{DAB142E4-3D37-A7E9-F065-6D43ACDE885A}"/>
              </a:ext>
            </a:extLst>
          </p:cNvPr>
          <p:cNvSpPr/>
          <p:nvPr/>
        </p:nvSpPr>
        <p:spPr>
          <a:xfrm>
            <a:off x="1651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callout two border and accent bar</a:t>
            </a:r>
          </a:p>
        </p:txBody>
      </p:sp>
      <p:sp>
        <p:nvSpPr>
          <p:cNvPr id="54" name="callout three border and accent bar">
            <a:extLst>
              <a:ext uri="{FF2B5EF4-FFF2-40B4-BE49-F238E27FC236}">
                <a16:creationId xmlns:a16="http://schemas.microsoft.com/office/drawing/2014/main" id="{5B3596C9-EEFF-9F23-C3AF-6384FE91CE45}"/>
              </a:ext>
            </a:extLst>
          </p:cNvPr>
          <p:cNvSpPr/>
          <p:nvPr/>
        </p:nvSpPr>
        <p:spPr>
          <a:xfrm>
            <a:off x="3302000" y="5194300"/>
            <a:ext cx="1016000" cy="635000"/>
          </a:xfrm>
          <a:prstGeom prst="accent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label callout three border and accent bar">
            <a:extLst>
              <a:ext uri="{FF2B5EF4-FFF2-40B4-BE49-F238E27FC236}">
                <a16:creationId xmlns:a16="http://schemas.microsoft.com/office/drawing/2014/main" id="{F96EE3CC-F1D8-C371-587F-0C43AD06AFFA}"/>
              </a:ext>
            </a:extLst>
          </p:cNvPr>
          <p:cNvSpPr/>
          <p:nvPr/>
        </p:nvSpPr>
        <p:spPr>
          <a:xfrm>
            <a:off x="3111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callout three border and accent bar</a:t>
            </a:r>
          </a:p>
        </p:txBody>
      </p:sp>
      <p:sp>
        <p:nvSpPr>
          <p:cNvPr id="56" name="callout four border and accent bar">
            <a:extLst>
              <a:ext uri="{FF2B5EF4-FFF2-40B4-BE49-F238E27FC236}">
                <a16:creationId xmlns:a16="http://schemas.microsoft.com/office/drawing/2014/main" id="{E8B8E6CA-7508-5D9D-E32B-12AFBEAC6CCF}"/>
              </a:ext>
            </a:extLst>
          </p:cNvPr>
          <p:cNvSpPr/>
          <p:nvPr/>
        </p:nvSpPr>
        <p:spPr>
          <a:xfrm>
            <a:off x="4762500" y="5194300"/>
            <a:ext cx="1016000" cy="635000"/>
          </a:xfrm>
          <a:prstGeom prst="accent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label callout four border and accent bar">
            <a:extLst>
              <a:ext uri="{FF2B5EF4-FFF2-40B4-BE49-F238E27FC236}">
                <a16:creationId xmlns:a16="http://schemas.microsoft.com/office/drawing/2014/main" id="{9B790B01-4497-E298-5F92-7342F4705C40}"/>
              </a:ext>
            </a:extLst>
          </p:cNvPr>
          <p:cNvSpPr/>
          <p:nvPr/>
        </p:nvSpPr>
        <p:spPr>
          <a:xfrm>
            <a:off x="4572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callout four border and accent bar</a:t>
            </a:r>
          </a:p>
        </p:txBody>
      </p:sp>
      <p:sp>
        <p:nvSpPr>
          <p:cNvPr id="58" name="action button custom">
            <a:extLst>
              <a:ext uri="{FF2B5EF4-FFF2-40B4-BE49-F238E27FC236}">
                <a16:creationId xmlns:a16="http://schemas.microsoft.com/office/drawing/2014/main" id="{017D42D6-DF6B-829B-D3C1-749273ED51D5}"/>
              </a:ext>
            </a:extLst>
          </p:cNvPr>
          <p:cNvSpPr/>
          <p:nvPr/>
        </p:nvSpPr>
        <p:spPr>
          <a:xfrm>
            <a:off x="6223000" y="5194300"/>
            <a:ext cx="1016000" cy="635000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label action button custom">
            <a:extLst>
              <a:ext uri="{FF2B5EF4-FFF2-40B4-BE49-F238E27FC236}">
                <a16:creationId xmlns:a16="http://schemas.microsoft.com/office/drawing/2014/main" id="{FDD4900D-8919-1615-CF5E-025269F1FC9D}"/>
              </a:ext>
            </a:extLst>
          </p:cNvPr>
          <p:cNvSpPr/>
          <p:nvPr/>
        </p:nvSpPr>
        <p:spPr>
          <a:xfrm>
            <a:off x="6032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custom</a:t>
            </a:r>
          </a:p>
        </p:txBody>
      </p:sp>
      <p:sp>
        <p:nvSpPr>
          <p:cNvPr id="60" name="action button home">
            <a:extLst>
              <a:ext uri="{FF2B5EF4-FFF2-40B4-BE49-F238E27FC236}">
                <a16:creationId xmlns:a16="http://schemas.microsoft.com/office/drawing/2014/main" id="{6A94ED96-42F4-2CD0-4AA1-B96690FE570C}"/>
              </a:ext>
            </a:extLst>
          </p:cNvPr>
          <p:cNvSpPr/>
          <p:nvPr/>
        </p:nvSpPr>
        <p:spPr>
          <a:xfrm>
            <a:off x="7683500" y="5194300"/>
            <a:ext cx="1016000" cy="6350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label action button home">
            <a:extLst>
              <a:ext uri="{FF2B5EF4-FFF2-40B4-BE49-F238E27FC236}">
                <a16:creationId xmlns:a16="http://schemas.microsoft.com/office/drawing/2014/main" id="{19CDD278-5B05-CDB5-F42C-D8AFA739A131}"/>
              </a:ext>
            </a:extLst>
          </p:cNvPr>
          <p:cNvSpPr/>
          <p:nvPr/>
        </p:nvSpPr>
        <p:spPr>
          <a:xfrm>
            <a:off x="7493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home</a:t>
            </a:r>
          </a:p>
        </p:txBody>
      </p:sp>
      <p:sp>
        <p:nvSpPr>
          <p:cNvPr id="62" name="action button help">
            <a:extLst>
              <a:ext uri="{FF2B5EF4-FFF2-40B4-BE49-F238E27FC236}">
                <a16:creationId xmlns:a16="http://schemas.microsoft.com/office/drawing/2014/main" id="{9C5B4FD1-5D04-0839-4A56-DB5758CD115A}"/>
              </a:ext>
            </a:extLst>
          </p:cNvPr>
          <p:cNvSpPr/>
          <p:nvPr/>
        </p:nvSpPr>
        <p:spPr>
          <a:xfrm>
            <a:off x="9144000" y="5194300"/>
            <a:ext cx="1016000" cy="635000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label action button help">
            <a:extLst>
              <a:ext uri="{FF2B5EF4-FFF2-40B4-BE49-F238E27FC236}">
                <a16:creationId xmlns:a16="http://schemas.microsoft.com/office/drawing/2014/main" id="{E47A9376-4092-F783-957D-79F6B20ABA1E}"/>
              </a:ext>
            </a:extLst>
          </p:cNvPr>
          <p:cNvSpPr/>
          <p:nvPr/>
        </p:nvSpPr>
        <p:spPr>
          <a:xfrm>
            <a:off x="8953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help</a:t>
            </a:r>
          </a:p>
        </p:txBody>
      </p:sp>
      <p:sp>
        <p:nvSpPr>
          <p:cNvPr id="64" name="action button information">
            <a:extLst>
              <a:ext uri="{FF2B5EF4-FFF2-40B4-BE49-F238E27FC236}">
                <a16:creationId xmlns:a16="http://schemas.microsoft.com/office/drawing/2014/main" id="{B2E0BF0C-4267-67E3-9317-4157E501DB80}"/>
              </a:ext>
            </a:extLst>
          </p:cNvPr>
          <p:cNvSpPr/>
          <p:nvPr/>
        </p:nvSpPr>
        <p:spPr>
          <a:xfrm>
            <a:off x="10604500" y="5194300"/>
            <a:ext cx="1016000" cy="635000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label action button information">
            <a:extLst>
              <a:ext uri="{FF2B5EF4-FFF2-40B4-BE49-F238E27FC236}">
                <a16:creationId xmlns:a16="http://schemas.microsoft.com/office/drawing/2014/main" id="{B47F1AF0-2440-4E51-2AE1-FBDB55B111B1}"/>
              </a:ext>
            </a:extLst>
          </p:cNvPr>
          <p:cNvSpPr/>
          <p:nvPr/>
        </p:nvSpPr>
        <p:spPr>
          <a:xfrm>
            <a:off x="10414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information</a:t>
            </a:r>
          </a:p>
        </p:txBody>
      </p:sp>
    </p:spTree>
    <p:extLst>
      <p:ext uri="{BB962C8B-B14F-4D97-AF65-F5344CB8AC3E}">
        <p14:creationId xmlns:p14="http://schemas.microsoft.com/office/powerpoint/2010/main" val="2096478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 back or previous">
            <a:extLst>
              <a:ext uri="{FF2B5EF4-FFF2-40B4-BE49-F238E27FC236}">
                <a16:creationId xmlns:a16="http://schemas.microsoft.com/office/drawing/2014/main" id="{799911AB-6062-8551-B723-B2FB9B32CC75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action button back or previous">
            <a:extLst>
              <a:ext uri="{FF2B5EF4-FFF2-40B4-BE49-F238E27FC236}">
                <a16:creationId xmlns:a16="http://schemas.microsoft.com/office/drawing/2014/main" id="{8913E2ED-0B8A-FBEB-BC02-53530CBCEC50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back or previous</a:t>
            </a:r>
          </a:p>
        </p:txBody>
      </p:sp>
      <p:sp>
        <p:nvSpPr>
          <p:cNvPr id="4" name="action button forward or next">
            <a:extLst>
              <a:ext uri="{FF2B5EF4-FFF2-40B4-BE49-F238E27FC236}">
                <a16:creationId xmlns:a16="http://schemas.microsoft.com/office/drawing/2014/main" id="{0E655F5E-0316-AEBA-CDB5-A91AC1FD642F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action button forward or next">
            <a:extLst>
              <a:ext uri="{FF2B5EF4-FFF2-40B4-BE49-F238E27FC236}">
                <a16:creationId xmlns:a16="http://schemas.microsoft.com/office/drawing/2014/main" id="{EE139038-9ADD-DC57-2A8E-E35C07F70E0D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forward or next</a:t>
            </a:r>
          </a:p>
        </p:txBody>
      </p:sp>
      <p:sp>
        <p:nvSpPr>
          <p:cNvPr id="6" name="action button beginning">
            <a:extLst>
              <a:ext uri="{FF2B5EF4-FFF2-40B4-BE49-F238E27FC236}">
                <a16:creationId xmlns:a16="http://schemas.microsoft.com/office/drawing/2014/main" id="{484DAC00-CA91-BE98-7EAE-E6D65C0D5724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action button beginning">
            <a:extLst>
              <a:ext uri="{FF2B5EF4-FFF2-40B4-BE49-F238E27FC236}">
                <a16:creationId xmlns:a16="http://schemas.microsoft.com/office/drawing/2014/main" id="{87D5D7A5-A8F9-94A5-AE99-C2B6B99FD33C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beginning</a:t>
            </a:r>
          </a:p>
        </p:txBody>
      </p:sp>
      <p:sp>
        <p:nvSpPr>
          <p:cNvPr id="8" name="action button end">
            <a:extLst>
              <a:ext uri="{FF2B5EF4-FFF2-40B4-BE49-F238E27FC236}">
                <a16:creationId xmlns:a16="http://schemas.microsoft.com/office/drawing/2014/main" id="{EC8915BA-68FE-5063-74E0-A039004B4059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action button end">
            <a:extLst>
              <a:ext uri="{FF2B5EF4-FFF2-40B4-BE49-F238E27FC236}">
                <a16:creationId xmlns:a16="http://schemas.microsoft.com/office/drawing/2014/main" id="{C1A1D485-DFF4-BED8-2CF8-E7B13B3C1652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end</a:t>
            </a:r>
          </a:p>
        </p:txBody>
      </p:sp>
      <p:sp>
        <p:nvSpPr>
          <p:cNvPr id="10" name="action button return">
            <a:extLst>
              <a:ext uri="{FF2B5EF4-FFF2-40B4-BE49-F238E27FC236}">
                <a16:creationId xmlns:a16="http://schemas.microsoft.com/office/drawing/2014/main" id="{29F654ED-7262-4081-85D0-B75D9DBA8BB2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action button return">
            <a:extLst>
              <a:ext uri="{FF2B5EF4-FFF2-40B4-BE49-F238E27FC236}">
                <a16:creationId xmlns:a16="http://schemas.microsoft.com/office/drawing/2014/main" id="{5691154E-6C33-C83F-6CC0-38B7EC618A1C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return</a:t>
            </a:r>
          </a:p>
        </p:txBody>
      </p:sp>
      <p:sp>
        <p:nvSpPr>
          <p:cNvPr id="12" name="action button document">
            <a:extLst>
              <a:ext uri="{FF2B5EF4-FFF2-40B4-BE49-F238E27FC236}">
                <a16:creationId xmlns:a16="http://schemas.microsoft.com/office/drawing/2014/main" id="{58B2E129-E94D-83E1-D570-5B2C6F9C7059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label action button document">
            <a:extLst>
              <a:ext uri="{FF2B5EF4-FFF2-40B4-BE49-F238E27FC236}">
                <a16:creationId xmlns:a16="http://schemas.microsoft.com/office/drawing/2014/main" id="{4DBA1A80-C388-4E25-C735-04D4C24B5BDF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document</a:t>
            </a:r>
          </a:p>
        </p:txBody>
      </p:sp>
      <p:sp>
        <p:nvSpPr>
          <p:cNvPr id="14" name="action button sound">
            <a:extLst>
              <a:ext uri="{FF2B5EF4-FFF2-40B4-BE49-F238E27FC236}">
                <a16:creationId xmlns:a16="http://schemas.microsoft.com/office/drawing/2014/main" id="{A100E160-0949-0A9E-EBC5-12F94F62750C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actionButtonSou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abel action button sound">
            <a:extLst>
              <a:ext uri="{FF2B5EF4-FFF2-40B4-BE49-F238E27FC236}">
                <a16:creationId xmlns:a16="http://schemas.microsoft.com/office/drawing/2014/main" id="{4AA72091-BD1D-4432-25C4-1C98421B95BC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sound</a:t>
            </a:r>
          </a:p>
        </p:txBody>
      </p:sp>
      <p:sp>
        <p:nvSpPr>
          <p:cNvPr id="16" name="action button movie">
            <a:extLst>
              <a:ext uri="{FF2B5EF4-FFF2-40B4-BE49-F238E27FC236}">
                <a16:creationId xmlns:a16="http://schemas.microsoft.com/office/drawing/2014/main" id="{060C8F05-5713-CD33-7925-6B47BE05B669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actionButtonMov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label action button movie">
            <a:extLst>
              <a:ext uri="{FF2B5EF4-FFF2-40B4-BE49-F238E27FC236}">
                <a16:creationId xmlns:a16="http://schemas.microsoft.com/office/drawing/2014/main" id="{0F767D1F-B57A-F918-4674-6A576AD61EAD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action button movie</a:t>
            </a:r>
          </a:p>
        </p:txBody>
      </p:sp>
      <p:sp>
        <p:nvSpPr>
          <p:cNvPr id="18" name="balloon">
            <a:extLst>
              <a:ext uri="{FF2B5EF4-FFF2-40B4-BE49-F238E27FC236}">
                <a16:creationId xmlns:a16="http://schemas.microsoft.com/office/drawing/2014/main" id="{36EAF75D-3A65-70DF-8714-38DFD1E40C52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label balloon">
            <a:extLst>
              <a:ext uri="{FF2B5EF4-FFF2-40B4-BE49-F238E27FC236}">
                <a16:creationId xmlns:a16="http://schemas.microsoft.com/office/drawing/2014/main" id="{E9BA6662-051A-7A07-A370-DDC3BB1283A3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balloon</a:t>
            </a:r>
          </a:p>
        </p:txBody>
      </p:sp>
      <p:sp>
        <p:nvSpPr>
          <p:cNvPr id="20" name="flowchart offline storage">
            <a:extLst>
              <a:ext uri="{FF2B5EF4-FFF2-40B4-BE49-F238E27FC236}">
                <a16:creationId xmlns:a16="http://schemas.microsoft.com/office/drawing/2014/main" id="{08755272-C060-EDC8-9944-AD9157740E37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flowChartOff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label flowchart offline storage">
            <a:extLst>
              <a:ext uri="{FF2B5EF4-FFF2-40B4-BE49-F238E27FC236}">
                <a16:creationId xmlns:a16="http://schemas.microsoft.com/office/drawing/2014/main" id="{7E3B97DA-BC52-28D1-5636-1774E56D0824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flowchart offline storage</a:t>
            </a:r>
          </a:p>
        </p:txBody>
      </p:sp>
      <p:sp>
        <p:nvSpPr>
          <p:cNvPr id="22" name="left right ribbon">
            <a:extLst>
              <a:ext uri="{FF2B5EF4-FFF2-40B4-BE49-F238E27FC236}">
                <a16:creationId xmlns:a16="http://schemas.microsoft.com/office/drawing/2014/main" id="{4326FB9E-3889-9095-606E-C3611CD45E8F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leftRight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left right ribbon">
            <a:extLst>
              <a:ext uri="{FF2B5EF4-FFF2-40B4-BE49-F238E27FC236}">
                <a16:creationId xmlns:a16="http://schemas.microsoft.com/office/drawing/2014/main" id="{7C47B422-7E7E-BAC8-68ED-C3FB073756EA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right ribbon</a:t>
            </a:r>
          </a:p>
        </p:txBody>
      </p:sp>
      <p:sp>
        <p:nvSpPr>
          <p:cNvPr id="24" name="diagonal stripe">
            <a:extLst>
              <a:ext uri="{FF2B5EF4-FFF2-40B4-BE49-F238E27FC236}">
                <a16:creationId xmlns:a16="http://schemas.microsoft.com/office/drawing/2014/main" id="{11284AD4-2D00-BC37-4B03-08E41DFAA6F3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label diagonal stripe">
            <a:extLst>
              <a:ext uri="{FF2B5EF4-FFF2-40B4-BE49-F238E27FC236}">
                <a16:creationId xmlns:a16="http://schemas.microsoft.com/office/drawing/2014/main" id="{DC1A91BD-52CF-CE45-015E-A3A501572C3E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diagonal stripe</a:t>
            </a:r>
          </a:p>
        </p:txBody>
      </p:sp>
      <p:sp>
        <p:nvSpPr>
          <p:cNvPr id="26" name="pie">
            <a:extLst>
              <a:ext uri="{FF2B5EF4-FFF2-40B4-BE49-F238E27FC236}">
                <a16:creationId xmlns:a16="http://schemas.microsoft.com/office/drawing/2014/main" id="{70F0043F-75F3-7F4B-6409-BC4C06A089BC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label pie">
            <a:extLst>
              <a:ext uri="{FF2B5EF4-FFF2-40B4-BE49-F238E27FC236}">
                <a16:creationId xmlns:a16="http://schemas.microsoft.com/office/drawing/2014/main" id="{19F4FFCC-158B-3654-93DD-0FE112EBD0DF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pie</a:t>
            </a:r>
          </a:p>
        </p:txBody>
      </p:sp>
      <p:sp>
        <p:nvSpPr>
          <p:cNvPr id="28" name="non isosceles trapezoid">
            <a:extLst>
              <a:ext uri="{FF2B5EF4-FFF2-40B4-BE49-F238E27FC236}">
                <a16:creationId xmlns:a16="http://schemas.microsoft.com/office/drawing/2014/main" id="{6F84740A-A8FF-17A6-4B84-6CFF8BD78412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nonIsosceles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label non isosceles trapezoid">
            <a:extLst>
              <a:ext uri="{FF2B5EF4-FFF2-40B4-BE49-F238E27FC236}">
                <a16:creationId xmlns:a16="http://schemas.microsoft.com/office/drawing/2014/main" id="{7C6678A8-1F4A-9EC2-FAD3-B519598D373D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non isosceles trapezoid</a:t>
            </a:r>
          </a:p>
        </p:txBody>
      </p:sp>
      <p:sp>
        <p:nvSpPr>
          <p:cNvPr id="30" name="Decagon">
            <a:extLst>
              <a:ext uri="{FF2B5EF4-FFF2-40B4-BE49-F238E27FC236}">
                <a16:creationId xmlns:a16="http://schemas.microsoft.com/office/drawing/2014/main" id="{CBB8C3AF-9AF8-DE3D-AB48-C0247617EAAA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dec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label Decagon">
            <a:extLst>
              <a:ext uri="{FF2B5EF4-FFF2-40B4-BE49-F238E27FC236}">
                <a16:creationId xmlns:a16="http://schemas.microsoft.com/office/drawing/2014/main" id="{821D507E-76CA-9B3F-6152-2348439572B8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Decagon</a:t>
            </a:r>
          </a:p>
        </p:txBody>
      </p:sp>
      <p:sp>
        <p:nvSpPr>
          <p:cNvPr id="32" name="Heptagon">
            <a:extLst>
              <a:ext uri="{FF2B5EF4-FFF2-40B4-BE49-F238E27FC236}">
                <a16:creationId xmlns:a16="http://schemas.microsoft.com/office/drawing/2014/main" id="{6FE764AD-C77A-80D8-B242-453CFFE15EF3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label Heptagon">
            <a:extLst>
              <a:ext uri="{FF2B5EF4-FFF2-40B4-BE49-F238E27FC236}">
                <a16:creationId xmlns:a16="http://schemas.microsoft.com/office/drawing/2014/main" id="{9BD73D46-889E-9250-2BC6-0F548EC6CB8E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Heptagon</a:t>
            </a:r>
          </a:p>
        </p:txBody>
      </p:sp>
      <p:sp>
        <p:nvSpPr>
          <p:cNvPr id="34" name="Dodecagon">
            <a:extLst>
              <a:ext uri="{FF2B5EF4-FFF2-40B4-BE49-F238E27FC236}">
                <a16:creationId xmlns:a16="http://schemas.microsoft.com/office/drawing/2014/main" id="{026735FD-A9BE-BC6F-FC39-665B61421854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dodec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label Dodecagon">
            <a:extLst>
              <a:ext uri="{FF2B5EF4-FFF2-40B4-BE49-F238E27FC236}">
                <a16:creationId xmlns:a16="http://schemas.microsoft.com/office/drawing/2014/main" id="{74AFC6A1-3824-1B55-1404-19E35A3F99D0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Dodecagon</a:t>
            </a:r>
          </a:p>
        </p:txBody>
      </p:sp>
      <p:sp>
        <p:nvSpPr>
          <p:cNvPr id="36" name="six points star">
            <a:extLst>
              <a:ext uri="{FF2B5EF4-FFF2-40B4-BE49-F238E27FC236}">
                <a16:creationId xmlns:a16="http://schemas.microsoft.com/office/drawing/2014/main" id="{DA1DAEA6-7C31-CB8A-B46E-90D1C2BA1747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label six points star">
            <a:extLst>
              <a:ext uri="{FF2B5EF4-FFF2-40B4-BE49-F238E27FC236}">
                <a16:creationId xmlns:a16="http://schemas.microsoft.com/office/drawing/2014/main" id="{F5AD948C-89E2-EB2F-9AC8-E1615BD17220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six points star</a:t>
            </a:r>
          </a:p>
        </p:txBody>
      </p:sp>
      <p:sp>
        <p:nvSpPr>
          <p:cNvPr id="38" name="seven points star">
            <a:extLst>
              <a:ext uri="{FF2B5EF4-FFF2-40B4-BE49-F238E27FC236}">
                <a16:creationId xmlns:a16="http://schemas.microsoft.com/office/drawing/2014/main" id="{9CEF25B9-FDB4-903F-680D-41FB4FCA1576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label seven points star">
            <a:extLst>
              <a:ext uri="{FF2B5EF4-FFF2-40B4-BE49-F238E27FC236}">
                <a16:creationId xmlns:a16="http://schemas.microsoft.com/office/drawing/2014/main" id="{FF688CDD-A98B-F67D-B1EC-B6B54CE38487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seven points star</a:t>
            </a:r>
          </a:p>
        </p:txBody>
      </p:sp>
      <p:sp>
        <p:nvSpPr>
          <p:cNvPr id="40" name="ten points star">
            <a:extLst>
              <a:ext uri="{FF2B5EF4-FFF2-40B4-BE49-F238E27FC236}">
                <a16:creationId xmlns:a16="http://schemas.microsoft.com/office/drawing/2014/main" id="{E455B196-A7F1-E677-7AA7-5E1A8D3E5E13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label ten points star">
            <a:extLst>
              <a:ext uri="{FF2B5EF4-FFF2-40B4-BE49-F238E27FC236}">
                <a16:creationId xmlns:a16="http://schemas.microsoft.com/office/drawing/2014/main" id="{FE64D79A-455D-8C75-3E7A-FC9CC7819CD9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ten points star</a:t>
            </a:r>
          </a:p>
        </p:txBody>
      </p:sp>
      <p:sp>
        <p:nvSpPr>
          <p:cNvPr id="42" name="twelve points star">
            <a:extLst>
              <a:ext uri="{FF2B5EF4-FFF2-40B4-BE49-F238E27FC236}">
                <a16:creationId xmlns:a16="http://schemas.microsoft.com/office/drawing/2014/main" id="{A8F25EBA-8E73-977C-83B5-46B2E95F7EB4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star1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twelve points star">
            <a:extLst>
              <a:ext uri="{FF2B5EF4-FFF2-40B4-BE49-F238E27FC236}">
                <a16:creationId xmlns:a16="http://schemas.microsoft.com/office/drawing/2014/main" id="{A1AA91EF-61B3-12B9-6FED-CE843E8BE258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twelve points star</a:t>
            </a:r>
          </a:p>
        </p:txBody>
      </p:sp>
      <p:sp>
        <p:nvSpPr>
          <p:cNvPr id="44" name="round one rectangle">
            <a:extLst>
              <a:ext uri="{FF2B5EF4-FFF2-40B4-BE49-F238E27FC236}">
                <a16:creationId xmlns:a16="http://schemas.microsoft.com/office/drawing/2014/main" id="{CE4F2E78-1068-0E55-B1F2-E4CA724DE575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round one rectangle">
            <a:extLst>
              <a:ext uri="{FF2B5EF4-FFF2-40B4-BE49-F238E27FC236}">
                <a16:creationId xmlns:a16="http://schemas.microsoft.com/office/drawing/2014/main" id="{A1F46281-9BB7-E051-A0D3-95D60BA11B70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round one rectangle</a:t>
            </a:r>
          </a:p>
        </p:txBody>
      </p:sp>
      <p:sp>
        <p:nvSpPr>
          <p:cNvPr id="46" name="round two same rectangle">
            <a:extLst>
              <a:ext uri="{FF2B5EF4-FFF2-40B4-BE49-F238E27FC236}">
                <a16:creationId xmlns:a16="http://schemas.microsoft.com/office/drawing/2014/main" id="{CC162F2C-F1E8-6FEC-A65C-A7359600C0D7}"/>
              </a:ext>
            </a:extLst>
          </p:cNvPr>
          <p:cNvSpPr/>
          <p:nvPr/>
        </p:nvSpPr>
        <p:spPr>
          <a:xfrm>
            <a:off x="9144000" y="3568700"/>
            <a:ext cx="1016000" cy="6350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label round two same rectangle">
            <a:extLst>
              <a:ext uri="{FF2B5EF4-FFF2-40B4-BE49-F238E27FC236}">
                <a16:creationId xmlns:a16="http://schemas.microsoft.com/office/drawing/2014/main" id="{24ADEB53-C2BC-A5D6-7065-8DD6841CB49A}"/>
              </a:ext>
            </a:extLst>
          </p:cNvPr>
          <p:cNvSpPr/>
          <p:nvPr/>
        </p:nvSpPr>
        <p:spPr>
          <a:xfrm>
            <a:off x="8953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round two same rectangle</a:t>
            </a:r>
          </a:p>
        </p:txBody>
      </p:sp>
      <p:sp>
        <p:nvSpPr>
          <p:cNvPr id="48" name="round two diagonal rectangle">
            <a:extLst>
              <a:ext uri="{FF2B5EF4-FFF2-40B4-BE49-F238E27FC236}">
                <a16:creationId xmlns:a16="http://schemas.microsoft.com/office/drawing/2014/main" id="{979F3350-665D-ECAB-EE06-A05AF0A95019}"/>
              </a:ext>
            </a:extLst>
          </p:cNvPr>
          <p:cNvSpPr/>
          <p:nvPr/>
        </p:nvSpPr>
        <p:spPr>
          <a:xfrm>
            <a:off x="10604500" y="3568700"/>
            <a:ext cx="1016000" cy="6350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label round two diagonal rectangle">
            <a:extLst>
              <a:ext uri="{FF2B5EF4-FFF2-40B4-BE49-F238E27FC236}">
                <a16:creationId xmlns:a16="http://schemas.microsoft.com/office/drawing/2014/main" id="{F3678C86-FD78-FA20-D7B1-E6C9B51A58A0}"/>
              </a:ext>
            </a:extLst>
          </p:cNvPr>
          <p:cNvSpPr/>
          <p:nvPr/>
        </p:nvSpPr>
        <p:spPr>
          <a:xfrm>
            <a:off x="10414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round two diagonal rectangle</a:t>
            </a:r>
          </a:p>
        </p:txBody>
      </p:sp>
      <p:sp>
        <p:nvSpPr>
          <p:cNvPr id="50" name="snip round rectangle">
            <a:extLst>
              <a:ext uri="{FF2B5EF4-FFF2-40B4-BE49-F238E27FC236}">
                <a16:creationId xmlns:a16="http://schemas.microsoft.com/office/drawing/2014/main" id="{89D7861A-7F8C-C16C-1D94-6CF9DFAB9082}"/>
              </a:ext>
            </a:extLst>
          </p:cNvPr>
          <p:cNvSpPr/>
          <p:nvPr/>
        </p:nvSpPr>
        <p:spPr>
          <a:xfrm>
            <a:off x="381000" y="5194300"/>
            <a:ext cx="1016000" cy="635000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label snip round rectangle">
            <a:extLst>
              <a:ext uri="{FF2B5EF4-FFF2-40B4-BE49-F238E27FC236}">
                <a16:creationId xmlns:a16="http://schemas.microsoft.com/office/drawing/2014/main" id="{7FC8ECF3-6366-70F7-E511-45524FEB344E}"/>
              </a:ext>
            </a:extLst>
          </p:cNvPr>
          <p:cNvSpPr/>
          <p:nvPr/>
        </p:nvSpPr>
        <p:spPr>
          <a:xfrm>
            <a:off x="190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snip round rectangle</a:t>
            </a:r>
          </a:p>
        </p:txBody>
      </p:sp>
      <p:sp>
        <p:nvSpPr>
          <p:cNvPr id="52" name="snip one rectangle">
            <a:extLst>
              <a:ext uri="{FF2B5EF4-FFF2-40B4-BE49-F238E27FC236}">
                <a16:creationId xmlns:a16="http://schemas.microsoft.com/office/drawing/2014/main" id="{24C5D517-A1A7-21A7-ECEB-A671F89B56D7}"/>
              </a:ext>
            </a:extLst>
          </p:cNvPr>
          <p:cNvSpPr/>
          <p:nvPr/>
        </p:nvSpPr>
        <p:spPr>
          <a:xfrm>
            <a:off x="1841500" y="5194300"/>
            <a:ext cx="1016000" cy="6350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label snip one rectangle">
            <a:extLst>
              <a:ext uri="{FF2B5EF4-FFF2-40B4-BE49-F238E27FC236}">
                <a16:creationId xmlns:a16="http://schemas.microsoft.com/office/drawing/2014/main" id="{24966B32-23BF-8C1B-4C62-DDEDECD2A298}"/>
              </a:ext>
            </a:extLst>
          </p:cNvPr>
          <p:cNvSpPr/>
          <p:nvPr/>
        </p:nvSpPr>
        <p:spPr>
          <a:xfrm>
            <a:off x="1651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snip one rectangle</a:t>
            </a:r>
          </a:p>
        </p:txBody>
      </p:sp>
      <p:sp>
        <p:nvSpPr>
          <p:cNvPr id="54" name="snip two same rectangle">
            <a:extLst>
              <a:ext uri="{FF2B5EF4-FFF2-40B4-BE49-F238E27FC236}">
                <a16:creationId xmlns:a16="http://schemas.microsoft.com/office/drawing/2014/main" id="{757CF87B-D747-6BC7-E98F-FAEC5F3A54F7}"/>
              </a:ext>
            </a:extLst>
          </p:cNvPr>
          <p:cNvSpPr/>
          <p:nvPr/>
        </p:nvSpPr>
        <p:spPr>
          <a:xfrm>
            <a:off x="3302000" y="5194300"/>
            <a:ext cx="1016000" cy="635000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label snip two same rectangle">
            <a:extLst>
              <a:ext uri="{FF2B5EF4-FFF2-40B4-BE49-F238E27FC236}">
                <a16:creationId xmlns:a16="http://schemas.microsoft.com/office/drawing/2014/main" id="{A86A5B3C-31E8-75D6-08C0-8955EEBDEAC5}"/>
              </a:ext>
            </a:extLst>
          </p:cNvPr>
          <p:cNvSpPr/>
          <p:nvPr/>
        </p:nvSpPr>
        <p:spPr>
          <a:xfrm>
            <a:off x="3111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snip two same rectangle</a:t>
            </a:r>
          </a:p>
        </p:txBody>
      </p:sp>
      <p:sp>
        <p:nvSpPr>
          <p:cNvPr id="56" name="snip two diagonal rectangle">
            <a:extLst>
              <a:ext uri="{FF2B5EF4-FFF2-40B4-BE49-F238E27FC236}">
                <a16:creationId xmlns:a16="http://schemas.microsoft.com/office/drawing/2014/main" id="{D39D123F-ED96-2478-90E6-92B8E6F32BAC}"/>
              </a:ext>
            </a:extLst>
          </p:cNvPr>
          <p:cNvSpPr/>
          <p:nvPr/>
        </p:nvSpPr>
        <p:spPr>
          <a:xfrm>
            <a:off x="4762500" y="5194300"/>
            <a:ext cx="1016000" cy="63500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label snip two diagonal rectangle">
            <a:extLst>
              <a:ext uri="{FF2B5EF4-FFF2-40B4-BE49-F238E27FC236}">
                <a16:creationId xmlns:a16="http://schemas.microsoft.com/office/drawing/2014/main" id="{8A8559F3-DCD0-4673-9C75-C45965AC76FE}"/>
              </a:ext>
            </a:extLst>
          </p:cNvPr>
          <p:cNvSpPr/>
          <p:nvPr/>
        </p:nvSpPr>
        <p:spPr>
          <a:xfrm>
            <a:off x="4572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snip two diagonal rectangle</a:t>
            </a:r>
          </a:p>
        </p:txBody>
      </p:sp>
      <p:sp>
        <p:nvSpPr>
          <p:cNvPr id="58" name="frame">
            <a:extLst>
              <a:ext uri="{FF2B5EF4-FFF2-40B4-BE49-F238E27FC236}">
                <a16:creationId xmlns:a16="http://schemas.microsoft.com/office/drawing/2014/main" id="{68ADE788-783B-CC3A-2039-6C0C16B65A33}"/>
              </a:ext>
            </a:extLst>
          </p:cNvPr>
          <p:cNvSpPr/>
          <p:nvPr/>
        </p:nvSpPr>
        <p:spPr>
          <a:xfrm>
            <a:off x="6223000" y="5194300"/>
            <a:ext cx="1016000" cy="63500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label frame">
            <a:extLst>
              <a:ext uri="{FF2B5EF4-FFF2-40B4-BE49-F238E27FC236}">
                <a16:creationId xmlns:a16="http://schemas.microsoft.com/office/drawing/2014/main" id="{54084AE7-4937-A9E7-8CE6-F624274A11B7}"/>
              </a:ext>
            </a:extLst>
          </p:cNvPr>
          <p:cNvSpPr/>
          <p:nvPr/>
        </p:nvSpPr>
        <p:spPr>
          <a:xfrm>
            <a:off x="6032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frame</a:t>
            </a:r>
          </a:p>
        </p:txBody>
      </p:sp>
      <p:sp>
        <p:nvSpPr>
          <p:cNvPr id="60" name="half frame">
            <a:extLst>
              <a:ext uri="{FF2B5EF4-FFF2-40B4-BE49-F238E27FC236}">
                <a16:creationId xmlns:a16="http://schemas.microsoft.com/office/drawing/2014/main" id="{076AAB10-7C54-0036-4CA3-69B4CD655B92}"/>
              </a:ext>
            </a:extLst>
          </p:cNvPr>
          <p:cNvSpPr/>
          <p:nvPr/>
        </p:nvSpPr>
        <p:spPr>
          <a:xfrm>
            <a:off x="7683500" y="5194300"/>
            <a:ext cx="1016000" cy="635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label half frame">
            <a:extLst>
              <a:ext uri="{FF2B5EF4-FFF2-40B4-BE49-F238E27FC236}">
                <a16:creationId xmlns:a16="http://schemas.microsoft.com/office/drawing/2014/main" id="{5F40868F-C0A0-6264-2742-57DD56EB76FF}"/>
              </a:ext>
            </a:extLst>
          </p:cNvPr>
          <p:cNvSpPr/>
          <p:nvPr/>
        </p:nvSpPr>
        <p:spPr>
          <a:xfrm>
            <a:off x="7493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half frame</a:t>
            </a:r>
          </a:p>
        </p:txBody>
      </p:sp>
      <p:sp>
        <p:nvSpPr>
          <p:cNvPr id="62" name="tear">
            <a:extLst>
              <a:ext uri="{FF2B5EF4-FFF2-40B4-BE49-F238E27FC236}">
                <a16:creationId xmlns:a16="http://schemas.microsoft.com/office/drawing/2014/main" id="{95DD5C51-311E-3D4D-A3B1-6C76AE140E47}"/>
              </a:ext>
            </a:extLst>
          </p:cNvPr>
          <p:cNvSpPr/>
          <p:nvPr/>
        </p:nvSpPr>
        <p:spPr>
          <a:xfrm>
            <a:off x="9144000" y="5194300"/>
            <a:ext cx="1016000" cy="635000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label tear">
            <a:extLst>
              <a:ext uri="{FF2B5EF4-FFF2-40B4-BE49-F238E27FC236}">
                <a16:creationId xmlns:a16="http://schemas.microsoft.com/office/drawing/2014/main" id="{548C7A9F-A537-AEE4-C1B1-84AB255BE4CD}"/>
              </a:ext>
            </a:extLst>
          </p:cNvPr>
          <p:cNvSpPr/>
          <p:nvPr/>
        </p:nvSpPr>
        <p:spPr>
          <a:xfrm>
            <a:off x="89535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tear</a:t>
            </a:r>
          </a:p>
        </p:txBody>
      </p:sp>
      <p:sp>
        <p:nvSpPr>
          <p:cNvPr id="64" name="chord">
            <a:extLst>
              <a:ext uri="{FF2B5EF4-FFF2-40B4-BE49-F238E27FC236}">
                <a16:creationId xmlns:a16="http://schemas.microsoft.com/office/drawing/2014/main" id="{35B0D5C5-A437-F34E-687C-8C606D855B57}"/>
              </a:ext>
            </a:extLst>
          </p:cNvPr>
          <p:cNvSpPr/>
          <p:nvPr/>
        </p:nvSpPr>
        <p:spPr>
          <a:xfrm>
            <a:off x="10604500" y="5194300"/>
            <a:ext cx="1016000" cy="635000"/>
          </a:xfrm>
          <a:prstGeom prst="cho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label chord">
            <a:extLst>
              <a:ext uri="{FF2B5EF4-FFF2-40B4-BE49-F238E27FC236}">
                <a16:creationId xmlns:a16="http://schemas.microsoft.com/office/drawing/2014/main" id="{1C6C1275-1401-554A-3B58-E3C43C3D9DCE}"/>
              </a:ext>
            </a:extLst>
          </p:cNvPr>
          <p:cNvSpPr/>
          <p:nvPr/>
        </p:nvSpPr>
        <p:spPr>
          <a:xfrm>
            <a:off x="10414000" y="58928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chord</a:t>
            </a:r>
          </a:p>
        </p:txBody>
      </p:sp>
    </p:spTree>
    <p:extLst>
      <p:ext uri="{BB962C8B-B14F-4D97-AF65-F5344CB8AC3E}">
        <p14:creationId xmlns:p14="http://schemas.microsoft.com/office/powerpoint/2010/main" val="377268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">
            <a:extLst>
              <a:ext uri="{FF2B5EF4-FFF2-40B4-BE49-F238E27FC236}">
                <a16:creationId xmlns:a16="http://schemas.microsoft.com/office/drawing/2014/main" id="{20F23801-B5C5-3AE3-C67D-4B057593E85F}"/>
              </a:ext>
            </a:extLst>
          </p:cNvPr>
          <p:cNvSpPr/>
          <p:nvPr/>
        </p:nvSpPr>
        <p:spPr>
          <a:xfrm>
            <a:off x="381000" y="317500"/>
            <a:ext cx="1016000" cy="635000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label corner">
            <a:extLst>
              <a:ext uri="{FF2B5EF4-FFF2-40B4-BE49-F238E27FC236}">
                <a16:creationId xmlns:a16="http://schemas.microsoft.com/office/drawing/2014/main" id="{983A4E02-8FE2-7CD4-6038-CDB8DE6E2569}"/>
              </a:ext>
            </a:extLst>
          </p:cNvPr>
          <p:cNvSpPr/>
          <p:nvPr/>
        </p:nvSpPr>
        <p:spPr>
          <a:xfrm>
            <a:off x="190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corner</a:t>
            </a:r>
          </a:p>
        </p:txBody>
      </p:sp>
      <p:sp>
        <p:nvSpPr>
          <p:cNvPr id="4" name="math plus">
            <a:extLst>
              <a:ext uri="{FF2B5EF4-FFF2-40B4-BE49-F238E27FC236}">
                <a16:creationId xmlns:a16="http://schemas.microsoft.com/office/drawing/2014/main" id="{88F80DCC-ACEE-55E5-03F5-FABCD01DFC7E}"/>
              </a:ext>
            </a:extLst>
          </p:cNvPr>
          <p:cNvSpPr/>
          <p:nvPr/>
        </p:nvSpPr>
        <p:spPr>
          <a:xfrm>
            <a:off x="1841500" y="317500"/>
            <a:ext cx="1016000" cy="635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label math plus">
            <a:extLst>
              <a:ext uri="{FF2B5EF4-FFF2-40B4-BE49-F238E27FC236}">
                <a16:creationId xmlns:a16="http://schemas.microsoft.com/office/drawing/2014/main" id="{D01A0553-355E-61E3-07F7-4F3B44927D9A}"/>
              </a:ext>
            </a:extLst>
          </p:cNvPr>
          <p:cNvSpPr/>
          <p:nvPr/>
        </p:nvSpPr>
        <p:spPr>
          <a:xfrm>
            <a:off x="1651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plus</a:t>
            </a:r>
          </a:p>
        </p:txBody>
      </p:sp>
      <p:sp>
        <p:nvSpPr>
          <p:cNvPr id="6" name="math minus">
            <a:extLst>
              <a:ext uri="{FF2B5EF4-FFF2-40B4-BE49-F238E27FC236}">
                <a16:creationId xmlns:a16="http://schemas.microsoft.com/office/drawing/2014/main" id="{51F65778-E0C3-4B57-D62B-CE5600C9590D}"/>
              </a:ext>
            </a:extLst>
          </p:cNvPr>
          <p:cNvSpPr/>
          <p:nvPr/>
        </p:nvSpPr>
        <p:spPr>
          <a:xfrm>
            <a:off x="3302000" y="317500"/>
            <a:ext cx="1016000" cy="6350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label math minus">
            <a:extLst>
              <a:ext uri="{FF2B5EF4-FFF2-40B4-BE49-F238E27FC236}">
                <a16:creationId xmlns:a16="http://schemas.microsoft.com/office/drawing/2014/main" id="{04019673-8BD4-C8B7-3589-6695E78ADD34}"/>
              </a:ext>
            </a:extLst>
          </p:cNvPr>
          <p:cNvSpPr/>
          <p:nvPr/>
        </p:nvSpPr>
        <p:spPr>
          <a:xfrm>
            <a:off x="3111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minus</a:t>
            </a:r>
          </a:p>
        </p:txBody>
      </p:sp>
      <p:sp>
        <p:nvSpPr>
          <p:cNvPr id="8" name="math multiply">
            <a:extLst>
              <a:ext uri="{FF2B5EF4-FFF2-40B4-BE49-F238E27FC236}">
                <a16:creationId xmlns:a16="http://schemas.microsoft.com/office/drawing/2014/main" id="{0ABB09FE-2A23-5CCC-BD46-60FA416BD772}"/>
              </a:ext>
            </a:extLst>
          </p:cNvPr>
          <p:cNvSpPr/>
          <p:nvPr/>
        </p:nvSpPr>
        <p:spPr>
          <a:xfrm>
            <a:off x="4762500" y="317500"/>
            <a:ext cx="1016000" cy="63500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label math multiply">
            <a:extLst>
              <a:ext uri="{FF2B5EF4-FFF2-40B4-BE49-F238E27FC236}">
                <a16:creationId xmlns:a16="http://schemas.microsoft.com/office/drawing/2014/main" id="{BCE01D86-6AFB-D0E3-4BB2-F3D1A0259F3E}"/>
              </a:ext>
            </a:extLst>
          </p:cNvPr>
          <p:cNvSpPr/>
          <p:nvPr/>
        </p:nvSpPr>
        <p:spPr>
          <a:xfrm>
            <a:off x="4572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multiply</a:t>
            </a:r>
          </a:p>
        </p:txBody>
      </p:sp>
      <p:sp>
        <p:nvSpPr>
          <p:cNvPr id="10" name="math divide">
            <a:extLst>
              <a:ext uri="{FF2B5EF4-FFF2-40B4-BE49-F238E27FC236}">
                <a16:creationId xmlns:a16="http://schemas.microsoft.com/office/drawing/2014/main" id="{EBCFC0E5-A4CA-7CA7-209D-1D30406480FA}"/>
              </a:ext>
            </a:extLst>
          </p:cNvPr>
          <p:cNvSpPr/>
          <p:nvPr/>
        </p:nvSpPr>
        <p:spPr>
          <a:xfrm>
            <a:off x="6223000" y="317500"/>
            <a:ext cx="1016000" cy="635000"/>
          </a:xfrm>
          <a:prstGeom prst="mathDivid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label math divide">
            <a:extLst>
              <a:ext uri="{FF2B5EF4-FFF2-40B4-BE49-F238E27FC236}">
                <a16:creationId xmlns:a16="http://schemas.microsoft.com/office/drawing/2014/main" id="{814EB0CC-3EC0-2349-9B96-F3D26E6C26B0}"/>
              </a:ext>
            </a:extLst>
          </p:cNvPr>
          <p:cNvSpPr/>
          <p:nvPr/>
        </p:nvSpPr>
        <p:spPr>
          <a:xfrm>
            <a:off x="6032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divide</a:t>
            </a:r>
          </a:p>
        </p:txBody>
      </p:sp>
      <p:sp>
        <p:nvSpPr>
          <p:cNvPr id="12" name="math equal">
            <a:extLst>
              <a:ext uri="{FF2B5EF4-FFF2-40B4-BE49-F238E27FC236}">
                <a16:creationId xmlns:a16="http://schemas.microsoft.com/office/drawing/2014/main" id="{AA08DD5C-5EFE-0AFC-7C99-DE0E8752FCBE}"/>
              </a:ext>
            </a:extLst>
          </p:cNvPr>
          <p:cNvSpPr/>
          <p:nvPr/>
        </p:nvSpPr>
        <p:spPr>
          <a:xfrm>
            <a:off x="7683500" y="317500"/>
            <a:ext cx="1016000" cy="6350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label math equal">
            <a:extLst>
              <a:ext uri="{FF2B5EF4-FFF2-40B4-BE49-F238E27FC236}">
                <a16:creationId xmlns:a16="http://schemas.microsoft.com/office/drawing/2014/main" id="{DAA04091-15B3-9178-1827-F5086002DEBC}"/>
              </a:ext>
            </a:extLst>
          </p:cNvPr>
          <p:cNvSpPr/>
          <p:nvPr/>
        </p:nvSpPr>
        <p:spPr>
          <a:xfrm>
            <a:off x="7493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equal</a:t>
            </a:r>
          </a:p>
        </p:txBody>
      </p:sp>
      <p:sp>
        <p:nvSpPr>
          <p:cNvPr id="14" name="math not equal">
            <a:extLst>
              <a:ext uri="{FF2B5EF4-FFF2-40B4-BE49-F238E27FC236}">
                <a16:creationId xmlns:a16="http://schemas.microsoft.com/office/drawing/2014/main" id="{28770801-4076-A8E0-372E-8AAC662FEA00}"/>
              </a:ext>
            </a:extLst>
          </p:cNvPr>
          <p:cNvSpPr/>
          <p:nvPr/>
        </p:nvSpPr>
        <p:spPr>
          <a:xfrm>
            <a:off x="9144000" y="317500"/>
            <a:ext cx="1016000" cy="635000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label math not equal">
            <a:extLst>
              <a:ext uri="{FF2B5EF4-FFF2-40B4-BE49-F238E27FC236}">
                <a16:creationId xmlns:a16="http://schemas.microsoft.com/office/drawing/2014/main" id="{696808B7-4A50-6299-3E7A-4FF4D92BF85B}"/>
              </a:ext>
            </a:extLst>
          </p:cNvPr>
          <p:cNvSpPr/>
          <p:nvPr/>
        </p:nvSpPr>
        <p:spPr>
          <a:xfrm>
            <a:off x="89535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math not equal</a:t>
            </a:r>
          </a:p>
        </p:txBody>
      </p:sp>
      <p:sp>
        <p:nvSpPr>
          <p:cNvPr id="16" name="corner tabs">
            <a:extLst>
              <a:ext uri="{FF2B5EF4-FFF2-40B4-BE49-F238E27FC236}">
                <a16:creationId xmlns:a16="http://schemas.microsoft.com/office/drawing/2014/main" id="{E38B195A-C5B7-B76E-C35F-C7A57FBE53DA}"/>
              </a:ext>
            </a:extLst>
          </p:cNvPr>
          <p:cNvSpPr/>
          <p:nvPr/>
        </p:nvSpPr>
        <p:spPr>
          <a:xfrm>
            <a:off x="10604500" y="317500"/>
            <a:ext cx="1016000" cy="635000"/>
          </a:xfrm>
          <a:prstGeom prst="corner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label corner tabs">
            <a:extLst>
              <a:ext uri="{FF2B5EF4-FFF2-40B4-BE49-F238E27FC236}">
                <a16:creationId xmlns:a16="http://schemas.microsoft.com/office/drawing/2014/main" id="{62684877-0FDC-6AA8-05F2-53E1E217F483}"/>
              </a:ext>
            </a:extLst>
          </p:cNvPr>
          <p:cNvSpPr/>
          <p:nvPr/>
        </p:nvSpPr>
        <p:spPr>
          <a:xfrm>
            <a:off x="10414000" y="10160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corner tabs</a:t>
            </a:r>
          </a:p>
        </p:txBody>
      </p:sp>
      <p:sp>
        <p:nvSpPr>
          <p:cNvPr id="18" name="square tabs">
            <a:extLst>
              <a:ext uri="{FF2B5EF4-FFF2-40B4-BE49-F238E27FC236}">
                <a16:creationId xmlns:a16="http://schemas.microsoft.com/office/drawing/2014/main" id="{A5067F49-9DCC-419E-0ED5-ACCF2DDD14CD}"/>
              </a:ext>
            </a:extLst>
          </p:cNvPr>
          <p:cNvSpPr/>
          <p:nvPr/>
        </p:nvSpPr>
        <p:spPr>
          <a:xfrm>
            <a:off x="381000" y="1943100"/>
            <a:ext cx="1016000" cy="635000"/>
          </a:xfrm>
          <a:prstGeom prst="square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label square tabs">
            <a:extLst>
              <a:ext uri="{FF2B5EF4-FFF2-40B4-BE49-F238E27FC236}">
                <a16:creationId xmlns:a16="http://schemas.microsoft.com/office/drawing/2014/main" id="{5892AE7F-D0A3-E5BA-633B-E15C9581EC52}"/>
              </a:ext>
            </a:extLst>
          </p:cNvPr>
          <p:cNvSpPr/>
          <p:nvPr/>
        </p:nvSpPr>
        <p:spPr>
          <a:xfrm>
            <a:off x="190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square tabs</a:t>
            </a:r>
          </a:p>
        </p:txBody>
      </p:sp>
      <p:sp>
        <p:nvSpPr>
          <p:cNvPr id="20" name="plaque tabs">
            <a:extLst>
              <a:ext uri="{FF2B5EF4-FFF2-40B4-BE49-F238E27FC236}">
                <a16:creationId xmlns:a16="http://schemas.microsoft.com/office/drawing/2014/main" id="{39B4D9E5-B962-566E-3481-F72D37C7D9A9}"/>
              </a:ext>
            </a:extLst>
          </p:cNvPr>
          <p:cNvSpPr/>
          <p:nvPr/>
        </p:nvSpPr>
        <p:spPr>
          <a:xfrm>
            <a:off x="1841500" y="1943100"/>
            <a:ext cx="1016000" cy="635000"/>
          </a:xfrm>
          <a:prstGeom prst="plaque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label plaque tabs">
            <a:extLst>
              <a:ext uri="{FF2B5EF4-FFF2-40B4-BE49-F238E27FC236}">
                <a16:creationId xmlns:a16="http://schemas.microsoft.com/office/drawing/2014/main" id="{F6E96A7C-92E4-CADA-3958-07DDFB4C75E9}"/>
              </a:ext>
            </a:extLst>
          </p:cNvPr>
          <p:cNvSpPr/>
          <p:nvPr/>
        </p:nvSpPr>
        <p:spPr>
          <a:xfrm>
            <a:off x="1651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plaque tabs</a:t>
            </a:r>
          </a:p>
        </p:txBody>
      </p:sp>
      <p:sp>
        <p:nvSpPr>
          <p:cNvPr id="22" name="gear six">
            <a:extLst>
              <a:ext uri="{FF2B5EF4-FFF2-40B4-BE49-F238E27FC236}">
                <a16:creationId xmlns:a16="http://schemas.microsoft.com/office/drawing/2014/main" id="{589F2846-38A5-6356-192D-FDDE7D29D628}"/>
              </a:ext>
            </a:extLst>
          </p:cNvPr>
          <p:cNvSpPr/>
          <p:nvPr/>
        </p:nvSpPr>
        <p:spPr>
          <a:xfrm>
            <a:off x="3302000" y="1943100"/>
            <a:ext cx="1016000" cy="635000"/>
          </a:xfrm>
          <a:prstGeom prst="ge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label gear six">
            <a:extLst>
              <a:ext uri="{FF2B5EF4-FFF2-40B4-BE49-F238E27FC236}">
                <a16:creationId xmlns:a16="http://schemas.microsoft.com/office/drawing/2014/main" id="{2E3C1E86-EFD3-A423-02CE-B93480F991DF}"/>
              </a:ext>
            </a:extLst>
          </p:cNvPr>
          <p:cNvSpPr/>
          <p:nvPr/>
        </p:nvSpPr>
        <p:spPr>
          <a:xfrm>
            <a:off x="3111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gear six</a:t>
            </a:r>
          </a:p>
        </p:txBody>
      </p:sp>
      <p:sp>
        <p:nvSpPr>
          <p:cNvPr id="24" name="gear nine">
            <a:extLst>
              <a:ext uri="{FF2B5EF4-FFF2-40B4-BE49-F238E27FC236}">
                <a16:creationId xmlns:a16="http://schemas.microsoft.com/office/drawing/2014/main" id="{2B4AC0F7-384F-63BA-6A0C-188272CC2672}"/>
              </a:ext>
            </a:extLst>
          </p:cNvPr>
          <p:cNvSpPr/>
          <p:nvPr/>
        </p:nvSpPr>
        <p:spPr>
          <a:xfrm>
            <a:off x="4762500" y="1943100"/>
            <a:ext cx="1016000" cy="635000"/>
          </a:xfrm>
          <a:prstGeom prst="gear9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abel gear nine">
            <a:extLst>
              <a:ext uri="{FF2B5EF4-FFF2-40B4-BE49-F238E27FC236}">
                <a16:creationId xmlns:a16="http://schemas.microsoft.com/office/drawing/2014/main" id="{4DAB5F4B-EC90-D0FC-EF89-3AB15C3585ED}"/>
              </a:ext>
            </a:extLst>
          </p:cNvPr>
          <p:cNvSpPr/>
          <p:nvPr/>
        </p:nvSpPr>
        <p:spPr>
          <a:xfrm>
            <a:off x="4572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gear nine</a:t>
            </a:r>
          </a:p>
        </p:txBody>
      </p:sp>
      <p:sp>
        <p:nvSpPr>
          <p:cNvPr id="26" name="funnel">
            <a:extLst>
              <a:ext uri="{FF2B5EF4-FFF2-40B4-BE49-F238E27FC236}">
                <a16:creationId xmlns:a16="http://schemas.microsoft.com/office/drawing/2014/main" id="{090771FE-9F22-89E3-3AC5-77C775385234}"/>
              </a:ext>
            </a:extLst>
          </p:cNvPr>
          <p:cNvSpPr/>
          <p:nvPr/>
        </p:nvSpPr>
        <p:spPr>
          <a:xfrm>
            <a:off x="6223000" y="1943100"/>
            <a:ext cx="1016000" cy="635000"/>
          </a:xfrm>
          <a:prstGeom prst="funn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label funnel">
            <a:extLst>
              <a:ext uri="{FF2B5EF4-FFF2-40B4-BE49-F238E27FC236}">
                <a16:creationId xmlns:a16="http://schemas.microsoft.com/office/drawing/2014/main" id="{8C254F66-8959-A416-DE71-DBB77A2AE257}"/>
              </a:ext>
            </a:extLst>
          </p:cNvPr>
          <p:cNvSpPr/>
          <p:nvPr/>
        </p:nvSpPr>
        <p:spPr>
          <a:xfrm>
            <a:off x="6032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funnel</a:t>
            </a:r>
          </a:p>
        </p:txBody>
      </p:sp>
      <p:sp>
        <p:nvSpPr>
          <p:cNvPr id="28" name="pie wedge">
            <a:extLst>
              <a:ext uri="{FF2B5EF4-FFF2-40B4-BE49-F238E27FC236}">
                <a16:creationId xmlns:a16="http://schemas.microsoft.com/office/drawing/2014/main" id="{0388A775-DF1F-8A4C-41B6-55164DCA0998}"/>
              </a:ext>
            </a:extLst>
          </p:cNvPr>
          <p:cNvSpPr/>
          <p:nvPr/>
        </p:nvSpPr>
        <p:spPr>
          <a:xfrm>
            <a:off x="7683500" y="1943100"/>
            <a:ext cx="1016000" cy="635000"/>
          </a:xfrm>
          <a:prstGeom prst="pieWed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label pie wedge">
            <a:extLst>
              <a:ext uri="{FF2B5EF4-FFF2-40B4-BE49-F238E27FC236}">
                <a16:creationId xmlns:a16="http://schemas.microsoft.com/office/drawing/2014/main" id="{F76645AC-8010-4FCD-16F9-C5815BF01A37}"/>
              </a:ext>
            </a:extLst>
          </p:cNvPr>
          <p:cNvSpPr/>
          <p:nvPr/>
        </p:nvSpPr>
        <p:spPr>
          <a:xfrm>
            <a:off x="7493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pie wedge</a:t>
            </a:r>
          </a:p>
        </p:txBody>
      </p:sp>
      <p:sp>
        <p:nvSpPr>
          <p:cNvPr id="30" name="left circular arrow">
            <a:extLst>
              <a:ext uri="{FF2B5EF4-FFF2-40B4-BE49-F238E27FC236}">
                <a16:creationId xmlns:a16="http://schemas.microsoft.com/office/drawing/2014/main" id="{8ED51097-C4C5-9D86-5CDD-7DE97F203290}"/>
              </a:ext>
            </a:extLst>
          </p:cNvPr>
          <p:cNvSpPr/>
          <p:nvPr/>
        </p:nvSpPr>
        <p:spPr>
          <a:xfrm>
            <a:off x="9144000" y="1943100"/>
            <a:ext cx="1016000" cy="635000"/>
          </a:xfrm>
          <a:prstGeom prst="left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label left circular arrow">
            <a:extLst>
              <a:ext uri="{FF2B5EF4-FFF2-40B4-BE49-F238E27FC236}">
                <a16:creationId xmlns:a16="http://schemas.microsoft.com/office/drawing/2014/main" id="{0434C048-6B30-B1A0-6B31-30C552F65572}"/>
              </a:ext>
            </a:extLst>
          </p:cNvPr>
          <p:cNvSpPr/>
          <p:nvPr/>
        </p:nvSpPr>
        <p:spPr>
          <a:xfrm>
            <a:off x="89535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circular arrow</a:t>
            </a:r>
          </a:p>
        </p:txBody>
      </p:sp>
      <p:sp>
        <p:nvSpPr>
          <p:cNvPr id="32" name="left right circular arrow">
            <a:extLst>
              <a:ext uri="{FF2B5EF4-FFF2-40B4-BE49-F238E27FC236}">
                <a16:creationId xmlns:a16="http://schemas.microsoft.com/office/drawing/2014/main" id="{37B2855F-C633-6683-D651-69F084F54282}"/>
              </a:ext>
            </a:extLst>
          </p:cNvPr>
          <p:cNvSpPr/>
          <p:nvPr/>
        </p:nvSpPr>
        <p:spPr>
          <a:xfrm>
            <a:off x="10604500" y="1943100"/>
            <a:ext cx="1016000" cy="635000"/>
          </a:xfrm>
          <a:prstGeom prst="leftRight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label left right circular arrow">
            <a:extLst>
              <a:ext uri="{FF2B5EF4-FFF2-40B4-BE49-F238E27FC236}">
                <a16:creationId xmlns:a16="http://schemas.microsoft.com/office/drawing/2014/main" id="{8E2496CC-9A01-49F5-C3E9-9FEEC0FB89D9}"/>
              </a:ext>
            </a:extLst>
          </p:cNvPr>
          <p:cNvSpPr/>
          <p:nvPr/>
        </p:nvSpPr>
        <p:spPr>
          <a:xfrm>
            <a:off x="10414000" y="26416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right circular arrow</a:t>
            </a:r>
          </a:p>
        </p:txBody>
      </p:sp>
      <p:sp>
        <p:nvSpPr>
          <p:cNvPr id="34" name="swoosh arrow">
            <a:extLst>
              <a:ext uri="{FF2B5EF4-FFF2-40B4-BE49-F238E27FC236}">
                <a16:creationId xmlns:a16="http://schemas.microsoft.com/office/drawing/2014/main" id="{81C27AAA-16C9-966D-FF24-216A6424EA06}"/>
              </a:ext>
            </a:extLst>
          </p:cNvPr>
          <p:cNvSpPr/>
          <p:nvPr/>
        </p:nvSpPr>
        <p:spPr>
          <a:xfrm>
            <a:off x="381000" y="3568700"/>
            <a:ext cx="1016000" cy="635000"/>
          </a:xfrm>
          <a:prstGeom prst="swoosh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label swoosh arrow">
            <a:extLst>
              <a:ext uri="{FF2B5EF4-FFF2-40B4-BE49-F238E27FC236}">
                <a16:creationId xmlns:a16="http://schemas.microsoft.com/office/drawing/2014/main" id="{1FDD851D-5B58-60AF-62C5-7D6846273796}"/>
              </a:ext>
            </a:extLst>
          </p:cNvPr>
          <p:cNvSpPr/>
          <p:nvPr/>
        </p:nvSpPr>
        <p:spPr>
          <a:xfrm>
            <a:off x="190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swoosh arrow</a:t>
            </a:r>
          </a:p>
        </p:txBody>
      </p:sp>
      <p:sp>
        <p:nvSpPr>
          <p:cNvPr id="36" name="cloud">
            <a:extLst>
              <a:ext uri="{FF2B5EF4-FFF2-40B4-BE49-F238E27FC236}">
                <a16:creationId xmlns:a16="http://schemas.microsoft.com/office/drawing/2014/main" id="{3FF0FD41-1ECB-DB3F-8082-C6537AAD778F}"/>
              </a:ext>
            </a:extLst>
          </p:cNvPr>
          <p:cNvSpPr/>
          <p:nvPr/>
        </p:nvSpPr>
        <p:spPr>
          <a:xfrm>
            <a:off x="1841500" y="3568700"/>
            <a:ext cx="1016000" cy="6350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label cloud">
            <a:extLst>
              <a:ext uri="{FF2B5EF4-FFF2-40B4-BE49-F238E27FC236}">
                <a16:creationId xmlns:a16="http://schemas.microsoft.com/office/drawing/2014/main" id="{A97A6F8A-BAD8-EAB3-EC63-5341837ADAF6}"/>
              </a:ext>
            </a:extLst>
          </p:cNvPr>
          <p:cNvSpPr/>
          <p:nvPr/>
        </p:nvSpPr>
        <p:spPr>
          <a:xfrm>
            <a:off x="1651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cloud</a:t>
            </a:r>
          </a:p>
        </p:txBody>
      </p:sp>
      <p:sp>
        <p:nvSpPr>
          <p:cNvPr id="38" name="chart x">
            <a:extLst>
              <a:ext uri="{FF2B5EF4-FFF2-40B4-BE49-F238E27FC236}">
                <a16:creationId xmlns:a16="http://schemas.microsoft.com/office/drawing/2014/main" id="{B6CDE21C-285B-8BB8-8001-A91015DE9798}"/>
              </a:ext>
            </a:extLst>
          </p:cNvPr>
          <p:cNvSpPr/>
          <p:nvPr/>
        </p:nvSpPr>
        <p:spPr>
          <a:xfrm>
            <a:off x="3302000" y="3568700"/>
            <a:ext cx="1016000" cy="635000"/>
          </a:xfrm>
          <a:prstGeom prst="chartX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label chart x">
            <a:extLst>
              <a:ext uri="{FF2B5EF4-FFF2-40B4-BE49-F238E27FC236}">
                <a16:creationId xmlns:a16="http://schemas.microsoft.com/office/drawing/2014/main" id="{D885887A-04B0-97F4-929F-7E8604FA83FE}"/>
              </a:ext>
            </a:extLst>
          </p:cNvPr>
          <p:cNvSpPr/>
          <p:nvPr/>
        </p:nvSpPr>
        <p:spPr>
          <a:xfrm>
            <a:off x="3111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chart x</a:t>
            </a:r>
          </a:p>
        </p:txBody>
      </p:sp>
      <p:sp>
        <p:nvSpPr>
          <p:cNvPr id="40" name="chart star">
            <a:extLst>
              <a:ext uri="{FF2B5EF4-FFF2-40B4-BE49-F238E27FC236}">
                <a16:creationId xmlns:a16="http://schemas.microsoft.com/office/drawing/2014/main" id="{E037F24F-A683-9BF9-0B4A-2A96532E2277}"/>
              </a:ext>
            </a:extLst>
          </p:cNvPr>
          <p:cNvSpPr/>
          <p:nvPr/>
        </p:nvSpPr>
        <p:spPr>
          <a:xfrm>
            <a:off x="4762500" y="3568700"/>
            <a:ext cx="1016000" cy="635000"/>
          </a:xfrm>
          <a:prstGeom prst="chartSta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label chart star">
            <a:extLst>
              <a:ext uri="{FF2B5EF4-FFF2-40B4-BE49-F238E27FC236}">
                <a16:creationId xmlns:a16="http://schemas.microsoft.com/office/drawing/2014/main" id="{12DB05B0-4053-E4A0-3C20-58F2FC9FF42B}"/>
              </a:ext>
            </a:extLst>
          </p:cNvPr>
          <p:cNvSpPr/>
          <p:nvPr/>
        </p:nvSpPr>
        <p:spPr>
          <a:xfrm>
            <a:off x="4572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chart star</a:t>
            </a:r>
          </a:p>
        </p:txBody>
      </p:sp>
      <p:sp>
        <p:nvSpPr>
          <p:cNvPr id="42" name="chart plus">
            <a:extLst>
              <a:ext uri="{FF2B5EF4-FFF2-40B4-BE49-F238E27FC236}">
                <a16:creationId xmlns:a16="http://schemas.microsoft.com/office/drawing/2014/main" id="{18796FF7-3D17-31B6-4943-9D76CCFD0ADD}"/>
              </a:ext>
            </a:extLst>
          </p:cNvPr>
          <p:cNvSpPr/>
          <p:nvPr/>
        </p:nvSpPr>
        <p:spPr>
          <a:xfrm>
            <a:off x="6223000" y="3568700"/>
            <a:ext cx="1016000" cy="635000"/>
          </a:xfrm>
          <a:prstGeom prst="chart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label chart plus">
            <a:extLst>
              <a:ext uri="{FF2B5EF4-FFF2-40B4-BE49-F238E27FC236}">
                <a16:creationId xmlns:a16="http://schemas.microsoft.com/office/drawing/2014/main" id="{958A53D4-37CA-E17C-5F21-3EFE2A485C49}"/>
              </a:ext>
            </a:extLst>
          </p:cNvPr>
          <p:cNvSpPr/>
          <p:nvPr/>
        </p:nvSpPr>
        <p:spPr>
          <a:xfrm>
            <a:off x="60325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chart plus</a:t>
            </a:r>
          </a:p>
        </p:txBody>
      </p:sp>
      <p:sp>
        <p:nvSpPr>
          <p:cNvPr id="44" name="line inverse">
            <a:extLst>
              <a:ext uri="{FF2B5EF4-FFF2-40B4-BE49-F238E27FC236}">
                <a16:creationId xmlns:a16="http://schemas.microsoft.com/office/drawing/2014/main" id="{AD8DCF3A-42FC-1566-655D-027725A08794}"/>
              </a:ext>
            </a:extLst>
          </p:cNvPr>
          <p:cNvSpPr/>
          <p:nvPr/>
        </p:nvSpPr>
        <p:spPr>
          <a:xfrm>
            <a:off x="7683500" y="3568700"/>
            <a:ext cx="1016000" cy="635000"/>
          </a:xfrm>
          <a:prstGeom prst="lineInv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label line inverse">
            <a:extLst>
              <a:ext uri="{FF2B5EF4-FFF2-40B4-BE49-F238E27FC236}">
                <a16:creationId xmlns:a16="http://schemas.microsoft.com/office/drawing/2014/main" id="{2A448F00-ED8B-8805-FAC5-793C9621C5F7}"/>
              </a:ext>
            </a:extLst>
          </p:cNvPr>
          <p:cNvSpPr/>
          <p:nvPr/>
        </p:nvSpPr>
        <p:spPr>
          <a:xfrm>
            <a:off x="7493000" y="4267200"/>
            <a:ext cx="13970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line inverse</a:t>
            </a:r>
          </a:p>
        </p:txBody>
      </p:sp>
    </p:spTree>
    <p:extLst>
      <p:ext uri="{BB962C8B-B14F-4D97-AF65-F5344CB8AC3E}">
        <p14:creationId xmlns:p14="http://schemas.microsoft.com/office/powerpoint/2010/main" val="305998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Macintosh PowerPoint</Application>
  <PresentationFormat>Breitbild</PresentationFormat>
  <Paragraphs>182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2026-10-05T14:32:09Z</dcterms:created>
  <dcterms:modified xsi:type="dcterms:W3CDTF">2026-10-05T14:32:17Z</dcterms:modified>
</cp:coreProperties>
</file>