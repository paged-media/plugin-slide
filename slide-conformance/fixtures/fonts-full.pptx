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Gloria Hallelujah" panose="02000000000000000000" pitchFamily="2" charset="0"/>
      <p:regular r:id="rId3"/>
    </p:embeddedFont>
    <p:embeddedFont>
      <p:font typeface="Lato" panose="020F0502020204030203" pitchFamily="34" charset="77"/>
      <p:regular r:id="rId4"/>
      <p:bold r:id="rId5"/>
      <p:italic r:id="rId6"/>
      <p:boldItalic r:id="rId7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63ACD-82C2-4F5F-FB46-F6B7AEAF0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4A4D4B6-290F-D132-3A47-3A8BE4FF2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BC12D2-D021-7861-879F-A31ADF72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9202C4-95E0-0AFD-35F6-EEBC4590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AD9E3B-9ECF-E947-DA2A-AFFF84CB1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74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DCF37-C906-FB7E-6A08-60E36F6C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D6A89A-CFE6-D056-84C6-170A9EA05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82376E-9BF9-4BBC-D82F-4D18DA1A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9E3B20-7B09-F98F-B82C-5CE2E015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E1EC77-BE5E-51B7-DC92-3C22B87E2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67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EA376-03CE-2F98-1694-AA0274FC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9D2669-5BA9-66C4-53CD-23D087464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C0D6CC-FEB7-07A7-747F-CC8E2476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FDC7B3-6577-B8DB-C85C-3F1057A5A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A0EDA6-09D7-87DB-CB58-09BF7CFC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128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472CC-980E-4270-2823-9C22BD84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EC3145-D7C5-ACB9-DDDF-0791DE4A4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7BB0A4-3361-E471-8C8C-A052B38EF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3A9ADE-94F9-2E6C-ADAB-1B4583B1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2622E1-83B6-517D-82E2-2DAD6AE8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065082-CDA8-3F8C-0070-207C01AC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31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EB0A8-612D-ED62-BD0B-15CCC6888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9F486-5A06-61D2-7F34-7B662589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BBF84DB-2CAE-49AB-121E-4F7B99885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E845F3-7065-50C0-7006-C67380A12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5F0BA02-5608-22E7-B457-FB0AB3C3A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47BE7C7-D3EE-DBF3-6214-339872223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67E1CB0-1BBD-3716-BE39-8C2E2654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737C2F8-2194-A749-964A-905B9A57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95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A9B8E6-43AE-0DEC-891C-E4A16E24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C844FF2-9570-8DF1-7B97-4712ED4B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734CD1-84AA-5A00-B319-B99C3526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94550A-97DE-B6A5-8212-7A0305B6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22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283BE2-C521-3636-41C1-E2AE2FA0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8616EDB-9301-EAC2-C7B7-9452862E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A7A03-B85D-9728-A44D-2A65D6F6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48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702842-D0AC-71C2-F464-132A9657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819F40-6DDE-F331-FBAB-EE6483500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795487-0397-4536-3BE3-36849ADDB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3ADD99-6AE4-9417-88CD-85F8C018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9262A9-7AF1-99CF-5268-61BAE61B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FD1E74-3AFD-6798-952A-EC7755D9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712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3A4D4-4435-772D-1F1D-E6F7DDAB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8A60E7C-5CCD-2850-B338-E00ECDEFF7B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FDCF12-B7AD-B579-7951-D6C18BB20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911BF9-0786-A5CB-3F30-1D1D8305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96154D-6420-DB93-9A14-E13BB50C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7DAFE53-8F0F-EBE6-6822-FEA9D88D6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627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D1946-6DED-0C49-A81F-3B4CC7BF7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47CAA6-0E1A-B5D8-9452-72AF9602C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A44F1F-4097-3478-51F0-ED786A93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BC3960-37F7-8530-D162-03BEC34C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52F243-930B-AB51-E667-56BED064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692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C440F20-CB32-7998-4D42-C39B39318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A138BA-6CD4-8FAE-B216-474BEBB7D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F32838-2F4D-E849-CC6D-7607E119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22419A-274F-C206-3FA2-2572BF04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54F05F-D103-FA05-B2D6-B1CBC6B4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01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B1B16C6-62B6-852B-CDE3-F4256ACE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C8E47D-8B4E-245A-50F1-BFC5C3D02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0828AD-42F8-D0DC-8DD4-8624E9BBD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57FCC-DAC3-9447-B3D8-66DDF565CDF1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55C4E4-516A-58E3-58E1-3988B6506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EB3855-4379-0773-8CBE-A801C0664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99F70-67FC-244F-9292-B09ADFBC9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29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ce 1">
            <a:extLst>
              <a:ext uri="{FF2B5EF4-FFF2-40B4-BE49-F238E27FC236}">
                <a16:creationId xmlns:a16="http://schemas.microsoft.com/office/drawing/2014/main" id="{7DFDE5AE-561E-402D-88F7-EDE4491DD5C2}"/>
              </a:ext>
            </a:extLst>
          </p:cNvPr>
          <p:cNvSpPr/>
          <p:nvPr/>
        </p:nvSpPr>
        <p:spPr>
          <a:xfrm>
            <a:off x="381000" y="2540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>
                <a:solidFill>
                  <a:srgbClr val="000000"/>
                </a:solidFill>
                <a:latin typeface="Lato" panose="020F0502020204030203" pitchFamily="34" charset="77"/>
              </a:rPr>
              <a:t>The quick brown fox jumps over the lazy dog</a:t>
            </a:r>
          </a:p>
          <a:p>
            <a:r>
              <a:rPr lang="de-DE" sz="1600">
                <a:solidFill>
                  <a:srgbClr val="000000"/>
                </a:solidFill>
                <a:latin typeface="Lato" panose="020F0502020204030203" pitchFamily="34" charset="77"/>
              </a:rPr>
              <a:t>SPHINX OF BLACK QUARTZ, JUDGE MY VOW</a:t>
            </a:r>
          </a:p>
          <a:p>
            <a:r>
              <a:rPr lang="de-DE" sz="1600">
                <a:solidFill>
                  <a:srgbClr val="000000"/>
                </a:solidFill>
                <a:latin typeface="Lato" panose="020F0502020204030203" pitchFamily="34" charset="77"/>
              </a:rPr>
              <a:t>0123456789 .,;:!?&amp;@()</a:t>
            </a:r>
          </a:p>
        </p:txBody>
      </p:sp>
      <p:sp>
        <p:nvSpPr>
          <p:cNvPr id="3" name="Face 2">
            <a:extLst>
              <a:ext uri="{FF2B5EF4-FFF2-40B4-BE49-F238E27FC236}">
                <a16:creationId xmlns:a16="http://schemas.microsoft.com/office/drawing/2014/main" id="{832D1ED0-7C41-0FD3-C40E-FB38ACCE46B8}"/>
              </a:ext>
            </a:extLst>
          </p:cNvPr>
          <p:cNvSpPr/>
          <p:nvPr/>
        </p:nvSpPr>
        <p:spPr>
          <a:xfrm>
            <a:off x="381000" y="13335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 b="1">
                <a:solidFill>
                  <a:srgbClr val="000000"/>
                </a:solidFill>
                <a:latin typeface="Lato" panose="020F0502020204030203" pitchFamily="34" charset="77"/>
              </a:rPr>
              <a:t>The quick brown fox jumps over the lazy dog</a:t>
            </a:r>
          </a:p>
          <a:p>
            <a:r>
              <a:rPr lang="de-DE" sz="1600" b="1">
                <a:solidFill>
                  <a:srgbClr val="000000"/>
                </a:solidFill>
                <a:latin typeface="Lato" panose="020F0502020204030203" pitchFamily="34" charset="77"/>
              </a:rPr>
              <a:t>SPHINX OF BLACK QUARTZ, JUDGE MY VOW</a:t>
            </a:r>
          </a:p>
          <a:p>
            <a:r>
              <a:rPr lang="de-DE" sz="1600" b="1">
                <a:solidFill>
                  <a:srgbClr val="000000"/>
                </a:solidFill>
                <a:latin typeface="Lato" panose="020F0502020204030203" pitchFamily="34" charset="77"/>
              </a:rPr>
              <a:t>0123456789 .,;:!?&amp;@()</a:t>
            </a:r>
          </a:p>
        </p:txBody>
      </p:sp>
      <p:sp>
        <p:nvSpPr>
          <p:cNvPr id="4" name="Face 3">
            <a:extLst>
              <a:ext uri="{FF2B5EF4-FFF2-40B4-BE49-F238E27FC236}">
                <a16:creationId xmlns:a16="http://schemas.microsoft.com/office/drawing/2014/main" id="{19B8B6FE-E428-314E-59B6-EA4A03203F69}"/>
              </a:ext>
            </a:extLst>
          </p:cNvPr>
          <p:cNvSpPr/>
          <p:nvPr/>
        </p:nvSpPr>
        <p:spPr>
          <a:xfrm>
            <a:off x="381000" y="24130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 i="1">
                <a:solidFill>
                  <a:srgbClr val="000000"/>
                </a:solidFill>
                <a:latin typeface="Lato" panose="020F0502020204030203" pitchFamily="34" charset="77"/>
              </a:rPr>
              <a:t>The quick brown fox jumps over the lazy dog</a:t>
            </a:r>
          </a:p>
          <a:p>
            <a:r>
              <a:rPr lang="de-DE" sz="1600" i="1">
                <a:solidFill>
                  <a:srgbClr val="000000"/>
                </a:solidFill>
                <a:latin typeface="Lato" panose="020F0502020204030203" pitchFamily="34" charset="77"/>
              </a:rPr>
              <a:t>SPHINX OF BLACK QUARTZ, JUDGE MY VOW</a:t>
            </a:r>
          </a:p>
          <a:p>
            <a:r>
              <a:rPr lang="de-DE" sz="1600" i="1">
                <a:solidFill>
                  <a:srgbClr val="000000"/>
                </a:solidFill>
                <a:latin typeface="Lato" panose="020F0502020204030203" pitchFamily="34" charset="77"/>
              </a:rPr>
              <a:t>0123456789 .,;:!?&amp;@()</a:t>
            </a:r>
          </a:p>
        </p:txBody>
      </p:sp>
      <p:sp>
        <p:nvSpPr>
          <p:cNvPr id="5" name="Face 4">
            <a:extLst>
              <a:ext uri="{FF2B5EF4-FFF2-40B4-BE49-F238E27FC236}">
                <a16:creationId xmlns:a16="http://schemas.microsoft.com/office/drawing/2014/main" id="{5AFEBE16-7AD9-D145-CA59-F68C783328D5}"/>
              </a:ext>
            </a:extLst>
          </p:cNvPr>
          <p:cNvSpPr/>
          <p:nvPr/>
        </p:nvSpPr>
        <p:spPr>
          <a:xfrm>
            <a:off x="381000" y="34925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 b="1" i="1">
                <a:solidFill>
                  <a:srgbClr val="000000"/>
                </a:solidFill>
                <a:latin typeface="Lato" panose="020F0502020204030203" pitchFamily="34" charset="77"/>
              </a:rPr>
              <a:t>The quick brown fox jumps over the lazy dog</a:t>
            </a:r>
          </a:p>
          <a:p>
            <a:r>
              <a:rPr lang="de-DE" sz="1600" b="1" i="1">
                <a:solidFill>
                  <a:srgbClr val="000000"/>
                </a:solidFill>
                <a:latin typeface="Lato" panose="020F0502020204030203" pitchFamily="34" charset="77"/>
              </a:rPr>
              <a:t>SPHINX OF BLACK QUARTZ, JUDGE MY VOW</a:t>
            </a:r>
          </a:p>
          <a:p>
            <a:r>
              <a:rPr lang="de-DE" sz="1600" b="1" i="1">
                <a:solidFill>
                  <a:srgbClr val="000000"/>
                </a:solidFill>
                <a:latin typeface="Lato" panose="020F0502020204030203" pitchFamily="34" charset="77"/>
              </a:rPr>
              <a:t>0123456789 .,;:!?&amp;@()</a:t>
            </a:r>
          </a:p>
        </p:txBody>
      </p:sp>
      <p:sp>
        <p:nvSpPr>
          <p:cNvPr id="6" name="Face 5">
            <a:extLst>
              <a:ext uri="{FF2B5EF4-FFF2-40B4-BE49-F238E27FC236}">
                <a16:creationId xmlns:a16="http://schemas.microsoft.com/office/drawing/2014/main" id="{869782A9-4A25-B139-C3C6-A54EF96AF38C}"/>
              </a:ext>
            </a:extLst>
          </p:cNvPr>
          <p:cNvSpPr/>
          <p:nvPr/>
        </p:nvSpPr>
        <p:spPr>
          <a:xfrm>
            <a:off x="381000" y="4572000"/>
            <a:ext cx="11430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600">
                <a:solidFill>
                  <a:srgbClr val="000000"/>
                </a:solidFill>
                <a:latin typeface="Gloria Hallelujah" panose="02000000000000000000" pitchFamily="2" charset="0"/>
              </a:rPr>
              <a:t>The quick brown fox jumps over the lazy dog</a:t>
            </a:r>
          </a:p>
          <a:p>
            <a:r>
              <a:rPr lang="de-DE" sz="1600">
                <a:solidFill>
                  <a:srgbClr val="000000"/>
                </a:solidFill>
                <a:latin typeface="Gloria Hallelujah" panose="02000000000000000000" pitchFamily="2" charset="0"/>
              </a:rPr>
              <a:t>SPHINX OF BLACK QUARTZ, JUDGE MY VOW</a:t>
            </a:r>
          </a:p>
          <a:p>
            <a:r>
              <a:rPr lang="de-DE" sz="1600">
                <a:solidFill>
                  <a:srgbClr val="000000"/>
                </a:solidFill>
                <a:latin typeface="Gloria Hallelujah" panose="02000000000000000000" pitchFamily="2" charset="0"/>
              </a:rPr>
              <a:t>0123456789 .,;:!?&amp;@()</a:t>
            </a:r>
          </a:p>
        </p:txBody>
      </p:sp>
    </p:spTree>
    <p:extLst>
      <p:ext uri="{BB962C8B-B14F-4D97-AF65-F5344CB8AC3E}">
        <p14:creationId xmlns:p14="http://schemas.microsoft.com/office/powerpoint/2010/main" val="2337471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Macintosh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Lato</vt:lpstr>
      <vt:lpstr>Gloria Hallelujah</vt:lpstr>
      <vt:lpstr>Aptos Display</vt:lpstr>
      <vt:lpstr>Arial</vt:lpstr>
      <vt:lpstr>Aptos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2</cp:revision>
  <dcterms:created xsi:type="dcterms:W3CDTF">2026-10-14T08:07:52Z</dcterms:created>
  <dcterms:modified xsi:type="dcterms:W3CDTF">2026-10-14T08:07:54Z</dcterms:modified>
</cp:coreProperties>
</file>