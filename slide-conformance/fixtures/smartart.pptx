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trBgShp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bgShp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dkBgShp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trAlign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Fg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Align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Bg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trBgShp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bgShp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dkBgShp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trAlign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Fg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Align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Bg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trBgShp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bgShp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dkBgShp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trAlign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Fg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Align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Bg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trBgShp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bgShp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dkBgShp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trAlign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Fg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Align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Bg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trBgShp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bgShp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dkBgShp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trAlign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Fg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Align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Bg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trBgShp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bgShp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dkBgShp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trAlign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Fg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Align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Bg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trBgShp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bgShp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dkBgShp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trAlign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Fg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Align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Bg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trBgShp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bgShp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dkBgShp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trAlign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Fg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Align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olidBgAcc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E3BF6D-3031-447C-BD72-ED885ADAEE75}" type="doc">
      <dgm:prSet loTypeId="urn:microsoft.com/office/officeart/2005/8/layout/default" loCatId="" qsTypeId="urn:microsoft.com/office/officeart/2005/8/quickstyle/simple1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65C6D494-1CC5-4BDF-A39A-F4ED35D18D5B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35FC1D54-7B89-45EE-BE3B-2EDFCDFF7744}" type="parTrans" cxnId="{A1D5E092-9E3C-4EF0-8BA3-272671D5061F}">
      <dgm:prSet/>
      <dgm:spPr/>
      <dgm:t>
        <a:bodyPr/>
        <a:lstStyle/>
        <a:p>
          <a:endParaRPr lang="en-US"/>
        </a:p>
      </dgm:t>
    </dgm:pt>
    <dgm:pt modelId="{E37D9CB9-CAA6-4ADF-A68F-11D9381BC136}" type="sibTrans" cxnId="{A1D5E092-9E3C-4EF0-8BA3-272671D5061F}">
      <dgm:prSet/>
      <dgm:spPr/>
      <dgm:t>
        <a:bodyPr/>
        <a:lstStyle/>
        <a:p>
          <a:endParaRPr lang="en-US"/>
        </a:p>
      </dgm:t>
    </dgm:pt>
    <dgm:pt modelId="{E987E6D4-5B62-4B92-8384-78AE0A52443F}">
      <dgm:prSet phldrT="[Text]"/>
      <dgm:spPr/>
      <dgm:t>
        <a:bodyPr/>
        <a:lstStyle/>
        <a:p>
          <a:r>
            <a:rPr lang="en-US"/>
            <a:t>Beta</a:t>
          </a:r>
        </a:p>
      </dgm:t>
    </dgm:pt>
    <dgm:pt modelId="{E44671AA-6CDB-4F07-B5D9-457EA1625C0C}" type="parTrans" cxnId="{4A0E2411-D01A-40F0-99B5-CC7EF1024854}">
      <dgm:prSet/>
      <dgm:spPr/>
      <dgm:t>
        <a:bodyPr/>
        <a:lstStyle/>
        <a:p>
          <a:endParaRPr lang="en-US"/>
        </a:p>
      </dgm:t>
    </dgm:pt>
    <dgm:pt modelId="{6CD10B8E-D22F-4C31-A8A3-73692C8B0CF7}" type="sibTrans" cxnId="{4A0E2411-D01A-40F0-99B5-CC7EF1024854}">
      <dgm:prSet/>
      <dgm:spPr/>
      <dgm:t>
        <a:bodyPr/>
        <a:lstStyle/>
        <a:p>
          <a:endParaRPr lang="en-US"/>
        </a:p>
      </dgm:t>
    </dgm:pt>
    <dgm:pt modelId="{A699DB4C-0D66-4974-858E-9C242F3B8596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DA0D9ABC-683D-4504-9A95-4475B1170D49}" type="parTrans" cxnId="{CEC810B2-3B79-4F4D-A0BA-FF6057C9B527}">
      <dgm:prSet/>
      <dgm:spPr/>
      <dgm:t>
        <a:bodyPr/>
        <a:lstStyle/>
        <a:p>
          <a:endParaRPr lang="en-US"/>
        </a:p>
      </dgm:t>
    </dgm:pt>
    <dgm:pt modelId="{836EFEFF-9EB6-47D8-96BE-752F39F25A24}" type="sibTrans" cxnId="{CEC810B2-3B79-4F4D-A0BA-FF6057C9B527}">
      <dgm:prSet/>
      <dgm:spPr/>
      <dgm:t>
        <a:bodyPr/>
        <a:lstStyle/>
        <a:p>
          <a:endParaRPr lang="en-US"/>
        </a:p>
      </dgm:t>
    </dgm:pt>
    <dgm:pt modelId="{EEA2D6EC-754C-49E6-891F-3DAE38ECCC07}">
      <dgm:prSet phldrT="[Text]"/>
      <dgm:spPr/>
      <dgm:t>
        <a:bodyPr/>
        <a:lstStyle/>
        <a:p>
          <a:r>
            <a:rPr lang="en-US"/>
            <a:t>Delta</a:t>
          </a:r>
        </a:p>
      </dgm:t>
    </dgm:pt>
    <dgm:pt modelId="{7C424D68-8959-4647-B7BE-95CC2C262083}" type="parTrans" cxnId="{90A3F093-82EF-4176-8CD0-6420C800652B}">
      <dgm:prSet/>
      <dgm:spPr/>
      <dgm:t>
        <a:bodyPr/>
        <a:lstStyle/>
        <a:p>
          <a:endParaRPr lang="en-US"/>
        </a:p>
      </dgm:t>
    </dgm:pt>
    <dgm:pt modelId="{C30697F2-4BE9-4422-A043-E7E3EBBF8BFA}" type="sibTrans" cxnId="{90A3F093-82EF-4176-8CD0-6420C800652B}">
      <dgm:prSet/>
      <dgm:spPr/>
      <dgm:t>
        <a:bodyPr/>
        <a:lstStyle/>
        <a:p>
          <a:endParaRPr lang="en-US"/>
        </a:p>
      </dgm:t>
    </dgm:pt>
    <dgm:pt modelId="{9F872AEA-7A32-44B7-8ABD-6C22CC24D1DF}">
      <dgm:prSet phldrT="[Text]"/>
      <dgm:spPr/>
      <dgm:t>
        <a:bodyPr/>
        <a:lstStyle/>
        <a:p>
          <a:r>
            <a:rPr lang="en-US"/>
            <a:t>Epsilon</a:t>
          </a:r>
        </a:p>
      </dgm:t>
    </dgm:pt>
    <dgm:pt modelId="{7D1A2FF5-096B-406A-9746-8BAE5F99276A}" type="parTrans" cxnId="{03270398-6598-4F07-BB41-55BA5CE81D6B}">
      <dgm:prSet/>
      <dgm:spPr/>
      <dgm:t>
        <a:bodyPr/>
        <a:lstStyle/>
        <a:p>
          <a:endParaRPr lang="en-US"/>
        </a:p>
      </dgm:t>
    </dgm:pt>
    <dgm:pt modelId="{BEB6131D-8F8D-4438-9F7F-42B74D5E55AD}" type="sibTrans" cxnId="{03270398-6598-4F07-BB41-55BA5CE81D6B}">
      <dgm:prSet/>
      <dgm:spPr/>
      <dgm:t>
        <a:bodyPr/>
        <a:lstStyle/>
        <a:p>
          <a:endParaRPr lang="en-US"/>
        </a:p>
      </dgm:t>
    </dgm:pt>
    <dgm:pt modelId="{0CC0079B-E85D-1349-B088-0F3169B937E5}" type="pres">
      <dgm:prSet presAssocID="{F2E3BF6D-3031-447C-BD72-ED885ADAEE75}" presName="diagram" presStyleCnt="0">
        <dgm:presLayoutVars>
          <dgm:dir/>
          <dgm:resizeHandles val="exact"/>
        </dgm:presLayoutVars>
      </dgm:prSet>
      <dgm:spPr/>
    </dgm:pt>
    <dgm:pt modelId="{387CA22B-E382-014B-9DF9-898FDD9C03B3}" type="pres">
      <dgm:prSet presAssocID="{65C6D494-1CC5-4BDF-A39A-F4ED35D18D5B}" presName="node" presStyleLbl="node1" presStyleIdx="0" presStyleCnt="5">
        <dgm:presLayoutVars>
          <dgm:bulletEnabled val="1"/>
        </dgm:presLayoutVars>
      </dgm:prSet>
      <dgm:spPr/>
    </dgm:pt>
    <dgm:pt modelId="{5DCBF4A3-CC6F-D648-8AE9-D4759791802E}" type="pres">
      <dgm:prSet presAssocID="{E37D9CB9-CAA6-4ADF-A68F-11D9381BC136}" presName="sibTrans" presStyleCnt="0"/>
      <dgm:spPr/>
    </dgm:pt>
    <dgm:pt modelId="{A57F73F4-AB38-DE46-A6BA-C2FFE3651040}" type="pres">
      <dgm:prSet presAssocID="{E987E6D4-5B62-4B92-8384-78AE0A52443F}" presName="node" presStyleLbl="node1" presStyleIdx="1" presStyleCnt="5">
        <dgm:presLayoutVars>
          <dgm:bulletEnabled val="1"/>
        </dgm:presLayoutVars>
      </dgm:prSet>
      <dgm:spPr/>
    </dgm:pt>
    <dgm:pt modelId="{90E3BF0C-7FD5-1142-A49E-0F30938898D9}" type="pres">
      <dgm:prSet presAssocID="{6CD10B8E-D22F-4C31-A8A3-73692C8B0CF7}" presName="sibTrans" presStyleCnt="0"/>
      <dgm:spPr/>
    </dgm:pt>
    <dgm:pt modelId="{F211DF5E-C99D-6E40-AA59-E41D9F464C4E}" type="pres">
      <dgm:prSet presAssocID="{A699DB4C-0D66-4974-858E-9C242F3B8596}" presName="node" presStyleLbl="node1" presStyleIdx="2" presStyleCnt="5">
        <dgm:presLayoutVars>
          <dgm:bulletEnabled val="1"/>
        </dgm:presLayoutVars>
      </dgm:prSet>
      <dgm:spPr/>
    </dgm:pt>
    <dgm:pt modelId="{CC25BF0B-2F0F-C540-857E-D3A7D583F6CD}" type="pres">
      <dgm:prSet presAssocID="{836EFEFF-9EB6-47D8-96BE-752F39F25A24}" presName="sibTrans" presStyleCnt="0"/>
      <dgm:spPr/>
    </dgm:pt>
    <dgm:pt modelId="{C9EC5676-DCFA-4B44-941E-8955DD7A8A52}" type="pres">
      <dgm:prSet presAssocID="{EEA2D6EC-754C-49E6-891F-3DAE38ECCC07}" presName="node" presStyleLbl="node1" presStyleIdx="3" presStyleCnt="5">
        <dgm:presLayoutVars>
          <dgm:bulletEnabled val="1"/>
        </dgm:presLayoutVars>
      </dgm:prSet>
      <dgm:spPr/>
    </dgm:pt>
    <dgm:pt modelId="{CE06C71E-C6D8-F944-A3C0-FC2AF9C63E2C}" type="pres">
      <dgm:prSet presAssocID="{C30697F2-4BE9-4422-A043-E7E3EBBF8BFA}" presName="sibTrans" presStyleCnt="0"/>
      <dgm:spPr/>
    </dgm:pt>
    <dgm:pt modelId="{C4AC8FBD-9CCD-E544-B740-3D9B9B28A5CF}" type="pres">
      <dgm:prSet presAssocID="{9F872AEA-7A32-44B7-8ABD-6C22CC24D1DF}" presName="node" presStyleLbl="node1" presStyleIdx="4" presStyleCnt="5">
        <dgm:presLayoutVars>
          <dgm:bulletEnabled val="1"/>
        </dgm:presLayoutVars>
      </dgm:prSet>
      <dgm:spPr/>
    </dgm:pt>
  </dgm:ptLst>
  <dgm:cxnLst>
    <dgm:cxn modelId="{4A0E2411-D01A-40F0-99B5-CC7EF1024854}" srcId="{F2E3BF6D-3031-447C-BD72-ED885ADAEE75}" destId="{E987E6D4-5B62-4B92-8384-78AE0A52443F}" srcOrd="1" destOrd="0" parTransId="{E44671AA-6CDB-4F07-B5D9-457EA1625C0C}" sibTransId="{6CD10B8E-D22F-4C31-A8A3-73692C8B0CF7}"/>
    <dgm:cxn modelId="{C1A44611-9727-B647-A1D9-9ED5DC538F36}" type="presOf" srcId="{E987E6D4-5B62-4B92-8384-78AE0A52443F}" destId="{A57F73F4-AB38-DE46-A6BA-C2FFE3651040}" srcOrd="0" destOrd="0" presId="urn:microsoft.com/office/officeart/2005/8/layout/default"/>
    <dgm:cxn modelId="{E0BA8A1C-739C-7A49-96F7-CB1356608762}" type="presOf" srcId="{65C6D494-1CC5-4BDF-A39A-F4ED35D18D5B}" destId="{387CA22B-E382-014B-9DF9-898FDD9C03B3}" srcOrd="0" destOrd="0" presId="urn:microsoft.com/office/officeart/2005/8/layout/default"/>
    <dgm:cxn modelId="{C99D3823-805A-6D4A-B0B2-AB99C26F0E39}" type="presOf" srcId="{9F872AEA-7A32-44B7-8ABD-6C22CC24D1DF}" destId="{C4AC8FBD-9CCD-E544-B740-3D9B9B28A5CF}" srcOrd="0" destOrd="0" presId="urn:microsoft.com/office/officeart/2005/8/layout/default"/>
    <dgm:cxn modelId="{A1D5E092-9E3C-4EF0-8BA3-272671D5061F}" srcId="{F2E3BF6D-3031-447C-BD72-ED885ADAEE75}" destId="{65C6D494-1CC5-4BDF-A39A-F4ED35D18D5B}" srcOrd="0" destOrd="0" parTransId="{35FC1D54-7B89-45EE-BE3B-2EDFCDFF7744}" sibTransId="{E37D9CB9-CAA6-4ADF-A68F-11D9381BC136}"/>
    <dgm:cxn modelId="{90A3F093-82EF-4176-8CD0-6420C800652B}" srcId="{F2E3BF6D-3031-447C-BD72-ED885ADAEE75}" destId="{EEA2D6EC-754C-49E6-891F-3DAE38ECCC07}" srcOrd="3" destOrd="0" parTransId="{7C424D68-8959-4647-B7BE-95CC2C262083}" sibTransId="{C30697F2-4BE9-4422-A043-E7E3EBBF8BFA}"/>
    <dgm:cxn modelId="{03270398-6598-4F07-BB41-55BA5CE81D6B}" srcId="{F2E3BF6D-3031-447C-BD72-ED885ADAEE75}" destId="{9F872AEA-7A32-44B7-8ABD-6C22CC24D1DF}" srcOrd="4" destOrd="0" parTransId="{7D1A2FF5-096B-406A-9746-8BAE5F99276A}" sibTransId="{BEB6131D-8F8D-4438-9F7F-42B74D5E55AD}"/>
    <dgm:cxn modelId="{5517209C-0144-864A-88AB-E1925A3FE873}" type="presOf" srcId="{F2E3BF6D-3031-447C-BD72-ED885ADAEE75}" destId="{0CC0079B-E85D-1349-B088-0F3169B937E5}" srcOrd="0" destOrd="0" presId="urn:microsoft.com/office/officeart/2005/8/layout/default"/>
    <dgm:cxn modelId="{CEC810B2-3B79-4F4D-A0BA-FF6057C9B527}" srcId="{F2E3BF6D-3031-447C-BD72-ED885ADAEE75}" destId="{A699DB4C-0D66-4974-858E-9C242F3B8596}" srcOrd="2" destOrd="0" parTransId="{DA0D9ABC-683D-4504-9A95-4475B1170D49}" sibTransId="{836EFEFF-9EB6-47D8-96BE-752F39F25A24}"/>
    <dgm:cxn modelId="{840078EB-038A-D544-957E-664DD98DF29D}" type="presOf" srcId="{A699DB4C-0D66-4974-858E-9C242F3B8596}" destId="{F211DF5E-C99D-6E40-AA59-E41D9F464C4E}" srcOrd="0" destOrd="0" presId="urn:microsoft.com/office/officeart/2005/8/layout/default"/>
    <dgm:cxn modelId="{C3CDF5F2-DA4C-D044-B9FA-B8E927547EFF}" type="presOf" srcId="{EEA2D6EC-754C-49E6-891F-3DAE38ECCC07}" destId="{C9EC5676-DCFA-4B44-941E-8955DD7A8A52}" srcOrd="0" destOrd="0" presId="urn:microsoft.com/office/officeart/2005/8/layout/default"/>
    <dgm:cxn modelId="{ADC9C1EB-3877-DB4A-A9B1-870DAE711A8D}" type="presParOf" srcId="{0CC0079B-E85D-1349-B088-0F3169B937E5}" destId="{387CA22B-E382-014B-9DF9-898FDD9C03B3}" srcOrd="0" destOrd="0" presId="urn:microsoft.com/office/officeart/2005/8/layout/default"/>
    <dgm:cxn modelId="{4E9E6CD3-51E8-AB4B-8D69-4AAB6CEE28BE}" type="presParOf" srcId="{0CC0079B-E85D-1349-B088-0F3169B937E5}" destId="{5DCBF4A3-CC6F-D648-8AE9-D4759791802E}" srcOrd="1" destOrd="0" presId="urn:microsoft.com/office/officeart/2005/8/layout/default"/>
    <dgm:cxn modelId="{C79CE06F-9023-294F-A2A2-9BB89E2ECEB1}" type="presParOf" srcId="{0CC0079B-E85D-1349-B088-0F3169B937E5}" destId="{A57F73F4-AB38-DE46-A6BA-C2FFE3651040}" srcOrd="2" destOrd="0" presId="urn:microsoft.com/office/officeart/2005/8/layout/default"/>
    <dgm:cxn modelId="{8C947600-B04F-B249-A1C3-A5B0425A849C}" type="presParOf" srcId="{0CC0079B-E85D-1349-B088-0F3169B937E5}" destId="{90E3BF0C-7FD5-1142-A49E-0F30938898D9}" srcOrd="3" destOrd="0" presId="urn:microsoft.com/office/officeart/2005/8/layout/default"/>
    <dgm:cxn modelId="{2910813E-220B-524C-A9CF-0A096A28B654}" type="presParOf" srcId="{0CC0079B-E85D-1349-B088-0F3169B937E5}" destId="{F211DF5E-C99D-6E40-AA59-E41D9F464C4E}" srcOrd="4" destOrd="0" presId="urn:microsoft.com/office/officeart/2005/8/layout/default"/>
    <dgm:cxn modelId="{F4282346-546E-B24E-85B5-E494C9072CDE}" type="presParOf" srcId="{0CC0079B-E85D-1349-B088-0F3169B937E5}" destId="{CC25BF0B-2F0F-C540-857E-D3A7D583F6CD}" srcOrd="5" destOrd="0" presId="urn:microsoft.com/office/officeart/2005/8/layout/default"/>
    <dgm:cxn modelId="{75D14C3C-1B7A-7A4F-B998-8389AC5ECBE0}" type="presParOf" srcId="{0CC0079B-E85D-1349-B088-0F3169B937E5}" destId="{C9EC5676-DCFA-4B44-941E-8955DD7A8A52}" srcOrd="6" destOrd="0" presId="urn:microsoft.com/office/officeart/2005/8/layout/default"/>
    <dgm:cxn modelId="{20684D3B-3C92-1347-94F5-3758F485D728}" type="presParOf" srcId="{0CC0079B-E85D-1349-B088-0F3169B937E5}" destId="{CE06C71E-C6D8-F944-A3C0-FC2AF9C63E2C}" srcOrd="7" destOrd="0" presId="urn:microsoft.com/office/officeart/2005/8/layout/default"/>
    <dgm:cxn modelId="{16EE1B12-2A92-BE46-9E64-65055D806216}" type="presParOf" srcId="{0CC0079B-E85D-1349-B088-0F3169B937E5}" destId="{C4AC8FBD-9CCD-E544-B740-3D9B9B28A5C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9E5932-F5D5-402D-83F2-6F0E167BC612}" type="doc">
      <dgm:prSet loTypeId="urn:microsoft.com/office/officeart/2005/8/layout/default" loCatId="" qsTypeId="urn:microsoft.com/office/officeart/2005/8/quickstyle/simple1" qsCatId="simple" csTypeId="urn:microsoft.com/office/officeart/2005/8/colors/accent1_2#3" csCatId="accent1"/>
      <dgm:spPr/>
      <dgm:t>
        <a:bodyPr/>
        <a:lstStyle/>
        <a:p>
          <a:endParaRPr lang="en-US"/>
        </a:p>
      </dgm:t>
    </dgm:pt>
    <dgm:pt modelId="{D6E1F64B-8A04-4A9D-A904-6049D5CE0471}">
      <dgm:prSet phldrT="[Text]"/>
      <dgm:spPr/>
      <dgm:t>
        <a:bodyPr/>
        <a:lstStyle/>
        <a:p>
          <a:r>
            <a:rPr lang="en-US"/>
            <a:t>Plan</a:t>
          </a:r>
        </a:p>
      </dgm:t>
    </dgm:pt>
    <dgm:pt modelId="{52524061-EED1-4AE5-A28E-BD3703BD8112}" type="parTrans" cxnId="{29D2B089-9B51-4D35-8BCE-5948CD7A579F}">
      <dgm:prSet/>
      <dgm:spPr/>
      <dgm:t>
        <a:bodyPr/>
        <a:lstStyle/>
        <a:p>
          <a:endParaRPr lang="en-US"/>
        </a:p>
      </dgm:t>
    </dgm:pt>
    <dgm:pt modelId="{191D91F5-F968-42B4-BE0A-29B09FCAC4DE}" type="sibTrans" cxnId="{29D2B089-9B51-4D35-8BCE-5948CD7A579F}">
      <dgm:prSet/>
      <dgm:spPr/>
      <dgm:t>
        <a:bodyPr/>
        <a:lstStyle/>
        <a:p>
          <a:endParaRPr lang="en-US"/>
        </a:p>
      </dgm:t>
    </dgm:pt>
    <dgm:pt modelId="{0DC3BFAB-3CEC-4394-80EA-A002CB84AFBD}">
      <dgm:prSet phldrT="[Text]"/>
      <dgm:spPr/>
      <dgm:t>
        <a:bodyPr/>
        <a:lstStyle/>
        <a:p>
          <a:r>
            <a:rPr lang="en-US"/>
            <a:t>Build</a:t>
          </a:r>
        </a:p>
      </dgm:t>
    </dgm:pt>
    <dgm:pt modelId="{E337BA4B-CD92-4097-BACD-FC5E44C5981C}" type="parTrans" cxnId="{1FFBA301-1929-40C1-96EB-65E2335421BD}">
      <dgm:prSet/>
      <dgm:spPr/>
      <dgm:t>
        <a:bodyPr/>
        <a:lstStyle/>
        <a:p>
          <a:endParaRPr lang="en-US"/>
        </a:p>
      </dgm:t>
    </dgm:pt>
    <dgm:pt modelId="{DF800628-1AA5-4397-9176-21F5D498387F}" type="sibTrans" cxnId="{1FFBA301-1929-40C1-96EB-65E2335421BD}">
      <dgm:prSet/>
      <dgm:spPr/>
      <dgm:t>
        <a:bodyPr/>
        <a:lstStyle/>
        <a:p>
          <a:endParaRPr lang="en-US"/>
        </a:p>
      </dgm:t>
    </dgm:pt>
    <dgm:pt modelId="{46E497F3-80BD-40CF-A1C0-FFD65046D658}">
      <dgm:prSet phldrT="[Text]"/>
      <dgm:spPr/>
      <dgm:t>
        <a:bodyPr/>
        <a:lstStyle/>
        <a:p>
          <a:r>
            <a:rPr lang="en-US"/>
            <a:t>Ship</a:t>
          </a:r>
        </a:p>
      </dgm:t>
    </dgm:pt>
    <dgm:pt modelId="{EF093D42-E439-43DD-AD17-3288F9E86C25}" type="parTrans" cxnId="{FB61CB51-5BDB-4508-969C-142D6BBCB489}">
      <dgm:prSet/>
      <dgm:spPr/>
      <dgm:t>
        <a:bodyPr/>
        <a:lstStyle/>
        <a:p>
          <a:endParaRPr lang="en-US"/>
        </a:p>
      </dgm:t>
    </dgm:pt>
    <dgm:pt modelId="{D1D061A7-8CDE-43C3-903A-CBD04111CFC9}" type="sibTrans" cxnId="{FB61CB51-5BDB-4508-969C-142D6BBCB489}">
      <dgm:prSet/>
      <dgm:spPr/>
      <dgm:t>
        <a:bodyPr/>
        <a:lstStyle/>
        <a:p>
          <a:endParaRPr lang="en-US"/>
        </a:p>
      </dgm:t>
    </dgm:pt>
    <dgm:pt modelId="{6627CB93-4205-3742-B367-3213AD697F7C}" type="pres">
      <dgm:prSet presAssocID="{969E5932-F5D5-402D-83F2-6F0E167BC612}" presName="diagram" presStyleCnt="0">
        <dgm:presLayoutVars>
          <dgm:dir/>
          <dgm:resizeHandles val="exact"/>
        </dgm:presLayoutVars>
      </dgm:prSet>
      <dgm:spPr/>
    </dgm:pt>
    <dgm:pt modelId="{D163E9DA-F9B6-9C49-98E6-3936D93C03B5}" type="pres">
      <dgm:prSet presAssocID="{D6E1F64B-8A04-4A9D-A904-6049D5CE0471}" presName="node" presStyleLbl="node1" presStyleIdx="0" presStyleCnt="3">
        <dgm:presLayoutVars>
          <dgm:bulletEnabled val="1"/>
        </dgm:presLayoutVars>
      </dgm:prSet>
      <dgm:spPr/>
    </dgm:pt>
    <dgm:pt modelId="{06D8A7E0-575A-D44B-BBC0-37125C38EECB}" type="pres">
      <dgm:prSet presAssocID="{191D91F5-F968-42B4-BE0A-29B09FCAC4DE}" presName="sibTrans" presStyleCnt="0"/>
      <dgm:spPr/>
    </dgm:pt>
    <dgm:pt modelId="{30171842-C7FE-D640-8A73-57DC082BF404}" type="pres">
      <dgm:prSet presAssocID="{0DC3BFAB-3CEC-4394-80EA-A002CB84AFBD}" presName="node" presStyleLbl="node1" presStyleIdx="1" presStyleCnt="3">
        <dgm:presLayoutVars>
          <dgm:bulletEnabled val="1"/>
        </dgm:presLayoutVars>
      </dgm:prSet>
      <dgm:spPr/>
    </dgm:pt>
    <dgm:pt modelId="{5B3A7D43-CE75-2B44-B02E-07CA31B0B55E}" type="pres">
      <dgm:prSet presAssocID="{DF800628-1AA5-4397-9176-21F5D498387F}" presName="sibTrans" presStyleCnt="0"/>
      <dgm:spPr/>
    </dgm:pt>
    <dgm:pt modelId="{5B69D8E7-A71D-DB4D-AECC-CA4283BACD43}" type="pres">
      <dgm:prSet presAssocID="{46E497F3-80BD-40CF-A1C0-FFD65046D658}" presName="node" presStyleLbl="node1" presStyleIdx="2" presStyleCnt="3">
        <dgm:presLayoutVars>
          <dgm:bulletEnabled val="1"/>
        </dgm:presLayoutVars>
      </dgm:prSet>
      <dgm:spPr/>
    </dgm:pt>
  </dgm:ptLst>
  <dgm:cxnLst>
    <dgm:cxn modelId="{1FFBA301-1929-40C1-96EB-65E2335421BD}" srcId="{969E5932-F5D5-402D-83F2-6F0E167BC612}" destId="{0DC3BFAB-3CEC-4394-80EA-A002CB84AFBD}" srcOrd="1" destOrd="0" parTransId="{E337BA4B-CD92-4097-BACD-FC5E44C5981C}" sibTransId="{DF800628-1AA5-4397-9176-21F5D498387F}"/>
    <dgm:cxn modelId="{6926180A-75CA-8B43-95CF-71F80F0827B2}" type="presOf" srcId="{D6E1F64B-8A04-4A9D-A904-6049D5CE0471}" destId="{D163E9DA-F9B6-9C49-98E6-3936D93C03B5}" srcOrd="0" destOrd="0" presId="urn:microsoft.com/office/officeart/2005/8/layout/default"/>
    <dgm:cxn modelId="{0279941B-6A5C-4E47-BF63-7CD430C7D31C}" type="presOf" srcId="{46E497F3-80BD-40CF-A1C0-FFD65046D658}" destId="{5B69D8E7-A71D-DB4D-AECC-CA4283BACD43}" srcOrd="0" destOrd="0" presId="urn:microsoft.com/office/officeart/2005/8/layout/default"/>
    <dgm:cxn modelId="{95E95B1F-B837-674A-95B0-37B2985600D0}" type="presOf" srcId="{969E5932-F5D5-402D-83F2-6F0E167BC612}" destId="{6627CB93-4205-3742-B367-3213AD697F7C}" srcOrd="0" destOrd="0" presId="urn:microsoft.com/office/officeart/2005/8/layout/default"/>
    <dgm:cxn modelId="{4BF4544B-44E2-294A-8BAD-A229E27A24B7}" type="presOf" srcId="{0DC3BFAB-3CEC-4394-80EA-A002CB84AFBD}" destId="{30171842-C7FE-D640-8A73-57DC082BF404}" srcOrd="0" destOrd="0" presId="urn:microsoft.com/office/officeart/2005/8/layout/default"/>
    <dgm:cxn modelId="{FB61CB51-5BDB-4508-969C-142D6BBCB489}" srcId="{969E5932-F5D5-402D-83F2-6F0E167BC612}" destId="{46E497F3-80BD-40CF-A1C0-FFD65046D658}" srcOrd="2" destOrd="0" parTransId="{EF093D42-E439-43DD-AD17-3288F9E86C25}" sibTransId="{D1D061A7-8CDE-43C3-903A-CBD04111CFC9}"/>
    <dgm:cxn modelId="{29D2B089-9B51-4D35-8BCE-5948CD7A579F}" srcId="{969E5932-F5D5-402D-83F2-6F0E167BC612}" destId="{D6E1F64B-8A04-4A9D-A904-6049D5CE0471}" srcOrd="0" destOrd="0" parTransId="{52524061-EED1-4AE5-A28E-BD3703BD8112}" sibTransId="{191D91F5-F968-42B4-BE0A-29B09FCAC4DE}"/>
    <dgm:cxn modelId="{8E3829A3-1378-0044-AA2D-A92BBD1B2D32}" type="presParOf" srcId="{6627CB93-4205-3742-B367-3213AD697F7C}" destId="{D163E9DA-F9B6-9C49-98E6-3936D93C03B5}" srcOrd="0" destOrd="0" presId="urn:microsoft.com/office/officeart/2005/8/layout/default"/>
    <dgm:cxn modelId="{0CD485D8-EBE9-EB43-9AB8-E3A3E1C8B181}" type="presParOf" srcId="{6627CB93-4205-3742-B367-3213AD697F7C}" destId="{06D8A7E0-575A-D44B-BBC0-37125C38EECB}" srcOrd="1" destOrd="0" presId="urn:microsoft.com/office/officeart/2005/8/layout/default"/>
    <dgm:cxn modelId="{8B7E8813-B8B9-FA4F-B3D0-ADC576C6C1BC}" type="presParOf" srcId="{6627CB93-4205-3742-B367-3213AD697F7C}" destId="{30171842-C7FE-D640-8A73-57DC082BF404}" srcOrd="2" destOrd="0" presId="urn:microsoft.com/office/officeart/2005/8/layout/default"/>
    <dgm:cxn modelId="{461E6D7B-496E-F145-A76C-3D54083C814B}" type="presParOf" srcId="{6627CB93-4205-3742-B367-3213AD697F7C}" destId="{5B3A7D43-CE75-2B44-B02E-07CA31B0B55E}" srcOrd="3" destOrd="0" presId="urn:microsoft.com/office/officeart/2005/8/layout/default"/>
    <dgm:cxn modelId="{8FC83FCF-0215-6449-A5B5-4660FDBE0245}" type="presParOf" srcId="{6627CB93-4205-3742-B367-3213AD697F7C}" destId="{5B69D8E7-A71D-DB4D-AECC-CA4283BACD43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D49251-C2A5-4E93-B502-88CCDC5FBF81}" type="doc">
      <dgm:prSet loTypeId="urn:microsoft.com/office/officeart/2005/8/layout/default" loCatId="" qsTypeId="urn:microsoft.com/office/officeart/2005/8/quickstyle/simple1" qsCatId="simple" csTypeId="urn:microsoft.com/office/officeart/2005/8/colors/accent1_2#4" csCatId="accent1"/>
      <dgm:spPr/>
      <dgm:t>
        <a:bodyPr/>
        <a:lstStyle/>
        <a:p>
          <a:endParaRPr lang="en-US"/>
        </a:p>
      </dgm:t>
    </dgm:pt>
    <dgm:pt modelId="{C6D6AADC-F9AE-4FEC-860C-E03E39E1364E}">
      <dgm:prSet phldrT="[Text]"/>
      <dgm:spPr/>
      <dgm:t>
        <a:bodyPr/>
        <a:lstStyle/>
        <a:p>
          <a:r>
            <a:rPr lang="en-US"/>
            <a:t>Read</a:t>
          </a:r>
        </a:p>
      </dgm:t>
    </dgm:pt>
    <dgm:pt modelId="{0C02A67A-40C3-493A-AA7E-896EAF05F7E4}" type="parTrans" cxnId="{1DF9B0E7-69DC-4A9D-89B4-79BCF6B01E9D}">
      <dgm:prSet/>
      <dgm:spPr/>
      <dgm:t>
        <a:bodyPr/>
        <a:lstStyle/>
        <a:p>
          <a:endParaRPr lang="en-US"/>
        </a:p>
      </dgm:t>
    </dgm:pt>
    <dgm:pt modelId="{40015566-1176-4655-A7CB-062FB0D95D6B}" type="sibTrans" cxnId="{1DF9B0E7-69DC-4A9D-89B4-79BCF6B01E9D}">
      <dgm:prSet/>
      <dgm:spPr/>
      <dgm:t>
        <a:bodyPr/>
        <a:lstStyle/>
        <a:p>
          <a:endParaRPr lang="en-US"/>
        </a:p>
      </dgm:t>
    </dgm:pt>
    <dgm:pt modelId="{66924803-B206-4CAC-A8BA-C2EF3A8088E9}">
      <dgm:prSet phldrT="[Text]"/>
      <dgm:spPr/>
      <dgm:t>
        <a:bodyPr/>
        <a:lstStyle/>
        <a:p>
          <a:r>
            <a:rPr lang="en-US"/>
            <a:t>Resolve</a:t>
          </a:r>
        </a:p>
      </dgm:t>
    </dgm:pt>
    <dgm:pt modelId="{CB05F8EA-9089-42F1-B4A9-67355F5F6B88}" type="parTrans" cxnId="{50F1A56A-ACB9-433C-B1C0-529600D46806}">
      <dgm:prSet/>
      <dgm:spPr/>
      <dgm:t>
        <a:bodyPr/>
        <a:lstStyle/>
        <a:p>
          <a:endParaRPr lang="en-US"/>
        </a:p>
      </dgm:t>
    </dgm:pt>
    <dgm:pt modelId="{EF0E8E0B-85B3-4B6D-AE8E-10C00541A2EB}" type="sibTrans" cxnId="{50F1A56A-ACB9-433C-B1C0-529600D46806}">
      <dgm:prSet/>
      <dgm:spPr/>
      <dgm:t>
        <a:bodyPr/>
        <a:lstStyle/>
        <a:p>
          <a:endParaRPr lang="en-US"/>
        </a:p>
      </dgm:t>
    </dgm:pt>
    <dgm:pt modelId="{BE0B1A66-4609-4BD3-934C-E32A15F8BC16}">
      <dgm:prSet phldrT="[Text]"/>
      <dgm:spPr/>
      <dgm:t>
        <a:bodyPr/>
        <a:lstStyle/>
        <a:p>
          <a:r>
            <a:rPr lang="en-US"/>
            <a:t>Write</a:t>
          </a:r>
        </a:p>
      </dgm:t>
    </dgm:pt>
    <dgm:pt modelId="{62D0DB3E-E96B-4315-B359-04E987F67ADA}" type="parTrans" cxnId="{F7BF6ED7-3806-4CD1-BC20-0A92531F27E1}">
      <dgm:prSet/>
      <dgm:spPr/>
      <dgm:t>
        <a:bodyPr/>
        <a:lstStyle/>
        <a:p>
          <a:endParaRPr lang="en-US"/>
        </a:p>
      </dgm:t>
    </dgm:pt>
    <dgm:pt modelId="{7ADE622D-C2C9-4ED7-B99E-23A24ACF5D7F}" type="sibTrans" cxnId="{F7BF6ED7-3806-4CD1-BC20-0A92531F27E1}">
      <dgm:prSet/>
      <dgm:spPr/>
      <dgm:t>
        <a:bodyPr/>
        <a:lstStyle/>
        <a:p>
          <a:endParaRPr lang="en-US"/>
        </a:p>
      </dgm:t>
    </dgm:pt>
    <dgm:pt modelId="{8BAC3055-468D-4B04-B97F-D32E89AAA115}">
      <dgm:prSet phldrT="[Text]"/>
      <dgm:spPr/>
      <dgm:t>
        <a:bodyPr/>
        <a:lstStyle/>
        <a:p>
          <a:r>
            <a:rPr lang="en-US"/>
            <a:t>Render</a:t>
          </a:r>
        </a:p>
      </dgm:t>
    </dgm:pt>
    <dgm:pt modelId="{63FE8664-E98B-493F-B5AD-58DE435508D4}" type="parTrans" cxnId="{E2AA0E77-B1BF-4AD1-9A78-0E50D7833EE5}">
      <dgm:prSet/>
      <dgm:spPr/>
      <dgm:t>
        <a:bodyPr/>
        <a:lstStyle/>
        <a:p>
          <a:endParaRPr lang="en-US"/>
        </a:p>
      </dgm:t>
    </dgm:pt>
    <dgm:pt modelId="{C44B8487-5C3E-461E-AA75-B62BFBC77595}" type="sibTrans" cxnId="{E2AA0E77-B1BF-4AD1-9A78-0E50D7833EE5}">
      <dgm:prSet/>
      <dgm:spPr/>
      <dgm:t>
        <a:bodyPr/>
        <a:lstStyle/>
        <a:p>
          <a:endParaRPr lang="en-US"/>
        </a:p>
      </dgm:t>
    </dgm:pt>
    <dgm:pt modelId="{8278A0F1-FD84-4F44-84BD-73583D3216CB}" type="pres">
      <dgm:prSet presAssocID="{6BD49251-C2A5-4E93-B502-88CCDC5FBF81}" presName="diagram" presStyleCnt="0">
        <dgm:presLayoutVars>
          <dgm:dir/>
          <dgm:resizeHandles val="exact"/>
        </dgm:presLayoutVars>
      </dgm:prSet>
      <dgm:spPr/>
    </dgm:pt>
    <dgm:pt modelId="{EF8A4BBC-19EA-5F47-B7F2-3F32AF850447}" type="pres">
      <dgm:prSet presAssocID="{C6D6AADC-F9AE-4FEC-860C-E03E39E1364E}" presName="node" presStyleLbl="node1" presStyleIdx="0" presStyleCnt="4">
        <dgm:presLayoutVars>
          <dgm:bulletEnabled val="1"/>
        </dgm:presLayoutVars>
      </dgm:prSet>
      <dgm:spPr/>
    </dgm:pt>
    <dgm:pt modelId="{532CB149-435E-7C47-A420-C499489434C2}" type="pres">
      <dgm:prSet presAssocID="{40015566-1176-4655-A7CB-062FB0D95D6B}" presName="sibTrans" presStyleCnt="0"/>
      <dgm:spPr/>
    </dgm:pt>
    <dgm:pt modelId="{2FE5951F-5467-8E4C-ACEC-43F5F4469B21}" type="pres">
      <dgm:prSet presAssocID="{66924803-B206-4CAC-A8BA-C2EF3A8088E9}" presName="node" presStyleLbl="node1" presStyleIdx="1" presStyleCnt="4">
        <dgm:presLayoutVars>
          <dgm:bulletEnabled val="1"/>
        </dgm:presLayoutVars>
      </dgm:prSet>
      <dgm:spPr/>
    </dgm:pt>
    <dgm:pt modelId="{7A424561-710F-FE43-BDCC-4020371E5300}" type="pres">
      <dgm:prSet presAssocID="{EF0E8E0B-85B3-4B6D-AE8E-10C00541A2EB}" presName="sibTrans" presStyleCnt="0"/>
      <dgm:spPr/>
    </dgm:pt>
    <dgm:pt modelId="{DAE09108-8E3C-E649-9DCE-83A99D5572B8}" type="pres">
      <dgm:prSet presAssocID="{BE0B1A66-4609-4BD3-934C-E32A15F8BC16}" presName="node" presStyleLbl="node1" presStyleIdx="2" presStyleCnt="4">
        <dgm:presLayoutVars>
          <dgm:bulletEnabled val="1"/>
        </dgm:presLayoutVars>
      </dgm:prSet>
      <dgm:spPr/>
    </dgm:pt>
    <dgm:pt modelId="{465A8DAD-FE96-5344-8D68-B5B956CEEFF9}" type="pres">
      <dgm:prSet presAssocID="{7ADE622D-C2C9-4ED7-B99E-23A24ACF5D7F}" presName="sibTrans" presStyleCnt="0"/>
      <dgm:spPr/>
    </dgm:pt>
    <dgm:pt modelId="{160DD287-00A8-BB4B-AC40-84C4DAA3F1A0}" type="pres">
      <dgm:prSet presAssocID="{8BAC3055-468D-4B04-B97F-D32E89AAA115}" presName="node" presStyleLbl="node1" presStyleIdx="3" presStyleCnt="4">
        <dgm:presLayoutVars>
          <dgm:bulletEnabled val="1"/>
        </dgm:presLayoutVars>
      </dgm:prSet>
      <dgm:spPr/>
    </dgm:pt>
  </dgm:ptLst>
  <dgm:cxnLst>
    <dgm:cxn modelId="{3A03092E-A4E6-BB42-A420-B4CB6BC49536}" type="presOf" srcId="{C6D6AADC-F9AE-4FEC-860C-E03E39E1364E}" destId="{EF8A4BBC-19EA-5F47-B7F2-3F32AF850447}" srcOrd="0" destOrd="0" presId="urn:microsoft.com/office/officeart/2005/8/layout/default"/>
    <dgm:cxn modelId="{A30E6352-08B0-7249-9B50-BDE8E86F5889}" type="presOf" srcId="{8BAC3055-468D-4B04-B97F-D32E89AAA115}" destId="{160DD287-00A8-BB4B-AC40-84C4DAA3F1A0}" srcOrd="0" destOrd="0" presId="urn:microsoft.com/office/officeart/2005/8/layout/default"/>
    <dgm:cxn modelId="{FE648D52-6A69-9B46-96F5-C206146F53E7}" type="presOf" srcId="{66924803-B206-4CAC-A8BA-C2EF3A8088E9}" destId="{2FE5951F-5467-8E4C-ACEC-43F5F4469B21}" srcOrd="0" destOrd="0" presId="urn:microsoft.com/office/officeart/2005/8/layout/default"/>
    <dgm:cxn modelId="{50F1A56A-ACB9-433C-B1C0-529600D46806}" srcId="{6BD49251-C2A5-4E93-B502-88CCDC5FBF81}" destId="{66924803-B206-4CAC-A8BA-C2EF3A8088E9}" srcOrd="1" destOrd="0" parTransId="{CB05F8EA-9089-42F1-B4A9-67355F5F6B88}" sibTransId="{EF0E8E0B-85B3-4B6D-AE8E-10C00541A2EB}"/>
    <dgm:cxn modelId="{7C56B774-97BF-1448-B331-5EDE541ECE53}" type="presOf" srcId="{BE0B1A66-4609-4BD3-934C-E32A15F8BC16}" destId="{DAE09108-8E3C-E649-9DCE-83A99D5572B8}" srcOrd="0" destOrd="0" presId="urn:microsoft.com/office/officeart/2005/8/layout/default"/>
    <dgm:cxn modelId="{E2AA0E77-B1BF-4AD1-9A78-0E50D7833EE5}" srcId="{6BD49251-C2A5-4E93-B502-88CCDC5FBF81}" destId="{8BAC3055-468D-4B04-B97F-D32E89AAA115}" srcOrd="3" destOrd="0" parTransId="{63FE8664-E98B-493F-B5AD-58DE435508D4}" sibTransId="{C44B8487-5C3E-461E-AA75-B62BFBC77595}"/>
    <dgm:cxn modelId="{BF6FE7BF-A672-9242-8402-F85B32D36183}" type="presOf" srcId="{6BD49251-C2A5-4E93-B502-88CCDC5FBF81}" destId="{8278A0F1-FD84-4F44-84BD-73583D3216CB}" srcOrd="0" destOrd="0" presId="urn:microsoft.com/office/officeart/2005/8/layout/default"/>
    <dgm:cxn modelId="{F7BF6ED7-3806-4CD1-BC20-0A92531F27E1}" srcId="{6BD49251-C2A5-4E93-B502-88CCDC5FBF81}" destId="{BE0B1A66-4609-4BD3-934C-E32A15F8BC16}" srcOrd="2" destOrd="0" parTransId="{62D0DB3E-E96B-4315-B359-04E987F67ADA}" sibTransId="{7ADE622D-C2C9-4ED7-B99E-23A24ACF5D7F}"/>
    <dgm:cxn modelId="{1DF9B0E7-69DC-4A9D-89B4-79BCF6B01E9D}" srcId="{6BD49251-C2A5-4E93-B502-88CCDC5FBF81}" destId="{C6D6AADC-F9AE-4FEC-860C-E03E39E1364E}" srcOrd="0" destOrd="0" parTransId="{0C02A67A-40C3-493A-AA7E-896EAF05F7E4}" sibTransId="{40015566-1176-4655-A7CB-062FB0D95D6B}"/>
    <dgm:cxn modelId="{4FF11774-B150-E043-B023-E005CDAFCE6D}" type="presParOf" srcId="{8278A0F1-FD84-4F44-84BD-73583D3216CB}" destId="{EF8A4BBC-19EA-5F47-B7F2-3F32AF850447}" srcOrd="0" destOrd="0" presId="urn:microsoft.com/office/officeart/2005/8/layout/default"/>
    <dgm:cxn modelId="{7A2B8153-81D2-584F-AFD3-84A673F6F42D}" type="presParOf" srcId="{8278A0F1-FD84-4F44-84BD-73583D3216CB}" destId="{532CB149-435E-7C47-A420-C499489434C2}" srcOrd="1" destOrd="0" presId="urn:microsoft.com/office/officeart/2005/8/layout/default"/>
    <dgm:cxn modelId="{73F52FA8-6DE6-F545-8DE7-BBA71CA5FEBB}" type="presParOf" srcId="{8278A0F1-FD84-4F44-84BD-73583D3216CB}" destId="{2FE5951F-5467-8E4C-ACEC-43F5F4469B21}" srcOrd="2" destOrd="0" presId="urn:microsoft.com/office/officeart/2005/8/layout/default"/>
    <dgm:cxn modelId="{04C37651-29F0-8A46-84C1-1904DA292E0D}" type="presParOf" srcId="{8278A0F1-FD84-4F44-84BD-73583D3216CB}" destId="{7A424561-710F-FE43-BDCC-4020371E5300}" srcOrd="3" destOrd="0" presId="urn:microsoft.com/office/officeart/2005/8/layout/default"/>
    <dgm:cxn modelId="{9CB69AD1-0FB4-7648-8380-0DD26D7DB32F}" type="presParOf" srcId="{8278A0F1-FD84-4F44-84BD-73583D3216CB}" destId="{DAE09108-8E3C-E649-9DCE-83A99D5572B8}" srcOrd="4" destOrd="0" presId="urn:microsoft.com/office/officeart/2005/8/layout/default"/>
    <dgm:cxn modelId="{9242DBE8-31F3-F547-A77C-0A09BA40EFBB}" type="presParOf" srcId="{8278A0F1-FD84-4F44-84BD-73583D3216CB}" destId="{465A8DAD-FE96-5344-8D68-B5B956CEEFF9}" srcOrd="5" destOrd="0" presId="urn:microsoft.com/office/officeart/2005/8/layout/default"/>
    <dgm:cxn modelId="{1C63DB52-3D2E-CF43-ADA4-388C264AA16E}" type="presParOf" srcId="{8278A0F1-FD84-4F44-84BD-73583D3216CB}" destId="{160DD287-00A8-BB4B-AC40-84C4DAA3F1A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7A0A67-5358-4B99-83D2-D857CFC889B5}" type="doc">
      <dgm:prSet loTypeId="urn:microsoft.com/office/officeart/2005/8/layout/default" loCatId="" qsTypeId="urn:microsoft.com/office/officeart/2005/8/quickstyle/simple1" qsCatId="simple" csTypeId="urn:microsoft.com/office/officeart/2005/8/colors/accent1_2#5" csCatId="accent1"/>
      <dgm:spPr/>
      <dgm:t>
        <a:bodyPr/>
        <a:lstStyle/>
        <a:p>
          <a:endParaRPr lang="en-US"/>
        </a:p>
      </dgm:t>
    </dgm:pt>
    <dgm:pt modelId="{B4408460-4EA3-4F6E-9C39-C6C130D3126E}">
      <dgm:prSet phldrT="[Text]"/>
      <dgm:spPr/>
      <dgm:t>
        <a:bodyPr/>
        <a:lstStyle/>
        <a:p>
          <a:r>
            <a:rPr lang="en-US"/>
            <a:t>Board</a:t>
          </a:r>
        </a:p>
      </dgm:t>
    </dgm:pt>
    <dgm:pt modelId="{97633DF1-BD0C-4403-A1B9-F658091799E0}" type="parTrans" cxnId="{4850CC51-DB0B-420E-B3AD-E91F601DF611}">
      <dgm:prSet/>
      <dgm:spPr/>
      <dgm:t>
        <a:bodyPr/>
        <a:lstStyle/>
        <a:p>
          <a:endParaRPr lang="en-US"/>
        </a:p>
      </dgm:t>
    </dgm:pt>
    <dgm:pt modelId="{5421EEBE-B132-4D4F-90EF-CBA537D24467}" type="sibTrans" cxnId="{4850CC51-DB0B-420E-B3AD-E91F601DF611}">
      <dgm:prSet/>
      <dgm:spPr/>
      <dgm:t>
        <a:bodyPr/>
        <a:lstStyle/>
        <a:p>
          <a:endParaRPr lang="en-US"/>
        </a:p>
      </dgm:t>
    </dgm:pt>
    <dgm:pt modelId="{DBD34549-BFA1-4614-9C38-2D239E0F3166}">
      <dgm:prSet phldrT="[Text]"/>
      <dgm:spPr/>
      <dgm:t>
        <a:bodyPr/>
        <a:lstStyle/>
        <a:p>
          <a:r>
            <a:rPr lang="en-US"/>
            <a:t>Design</a:t>
          </a:r>
        </a:p>
      </dgm:t>
    </dgm:pt>
    <dgm:pt modelId="{9C7BC1CE-A99E-4C44-8702-3EA536654CE2}" type="parTrans" cxnId="{E8591665-B743-4412-8F40-BC5F74D1DCCD}">
      <dgm:prSet/>
      <dgm:spPr/>
      <dgm:t>
        <a:bodyPr/>
        <a:lstStyle/>
        <a:p>
          <a:endParaRPr lang="en-US"/>
        </a:p>
      </dgm:t>
    </dgm:pt>
    <dgm:pt modelId="{72B25BAA-1841-45DA-B65B-F2978EC78C49}" type="sibTrans" cxnId="{E8591665-B743-4412-8F40-BC5F74D1DCCD}">
      <dgm:prSet/>
      <dgm:spPr/>
      <dgm:t>
        <a:bodyPr/>
        <a:lstStyle/>
        <a:p>
          <a:endParaRPr lang="en-US"/>
        </a:p>
      </dgm:t>
    </dgm:pt>
    <dgm:pt modelId="{B7FEC3F2-FE5E-4F79-A76B-CC0B576A8D0F}">
      <dgm:prSet phldrT="[Text]"/>
      <dgm:spPr/>
      <dgm:t>
        <a:bodyPr/>
        <a:lstStyle/>
        <a:p>
          <a:r>
            <a:rPr lang="en-US"/>
            <a:t>Engineering</a:t>
          </a:r>
        </a:p>
      </dgm:t>
    </dgm:pt>
    <dgm:pt modelId="{924E45BD-49DF-4F35-96AF-F5316CBB26C4}" type="parTrans" cxnId="{F3E3EC81-7089-49CE-B1C1-1508F44D9747}">
      <dgm:prSet/>
      <dgm:spPr/>
      <dgm:t>
        <a:bodyPr/>
        <a:lstStyle/>
        <a:p>
          <a:endParaRPr lang="en-US"/>
        </a:p>
      </dgm:t>
    </dgm:pt>
    <dgm:pt modelId="{F1643BAD-F8C4-4F69-ACB7-ED800D49E040}" type="sibTrans" cxnId="{F3E3EC81-7089-49CE-B1C1-1508F44D9747}">
      <dgm:prSet/>
      <dgm:spPr/>
      <dgm:t>
        <a:bodyPr/>
        <a:lstStyle/>
        <a:p>
          <a:endParaRPr lang="en-US"/>
        </a:p>
      </dgm:t>
    </dgm:pt>
    <dgm:pt modelId="{0A6251A1-C5C3-454A-AF95-4BCAFFB18429}">
      <dgm:prSet phldrT="[Text]"/>
      <dgm:spPr/>
      <dgm:t>
        <a:bodyPr/>
        <a:lstStyle/>
        <a:p>
          <a:r>
            <a:rPr lang="en-US"/>
            <a:t>Fonts</a:t>
          </a:r>
        </a:p>
      </dgm:t>
    </dgm:pt>
    <dgm:pt modelId="{FD32F177-05EC-4190-B13D-C736FCB3CED9}" type="parTrans" cxnId="{51CD188B-A2A0-43A3-8739-DAC2238B244D}">
      <dgm:prSet/>
      <dgm:spPr/>
      <dgm:t>
        <a:bodyPr/>
        <a:lstStyle/>
        <a:p>
          <a:endParaRPr lang="en-US"/>
        </a:p>
      </dgm:t>
    </dgm:pt>
    <dgm:pt modelId="{409EC406-C8EA-4A73-8FD3-E78F20806A13}" type="sibTrans" cxnId="{51CD188B-A2A0-43A3-8739-DAC2238B244D}">
      <dgm:prSet/>
      <dgm:spPr/>
      <dgm:t>
        <a:bodyPr/>
        <a:lstStyle/>
        <a:p>
          <a:endParaRPr lang="en-US"/>
        </a:p>
      </dgm:t>
    </dgm:pt>
    <dgm:pt modelId="{8881D3CC-19A9-4A6D-9FAE-316698C68C6B}">
      <dgm:prSet phldrT="[Text]"/>
      <dgm:spPr/>
      <dgm:t>
        <a:bodyPr/>
        <a:lstStyle/>
        <a:p>
          <a:r>
            <a:rPr lang="en-US"/>
            <a:t>Engine</a:t>
          </a:r>
        </a:p>
      </dgm:t>
    </dgm:pt>
    <dgm:pt modelId="{F2E08FB2-88A8-42F1-990E-3A45427A1370}" type="parTrans" cxnId="{4D9993B5-535C-4BCE-92D4-D6B2D97E8100}">
      <dgm:prSet/>
      <dgm:spPr/>
      <dgm:t>
        <a:bodyPr/>
        <a:lstStyle/>
        <a:p>
          <a:endParaRPr lang="en-US"/>
        </a:p>
      </dgm:t>
    </dgm:pt>
    <dgm:pt modelId="{B330A683-DC16-4841-BEAD-8D31AB364F15}" type="sibTrans" cxnId="{4D9993B5-535C-4BCE-92D4-D6B2D97E8100}">
      <dgm:prSet/>
      <dgm:spPr/>
      <dgm:t>
        <a:bodyPr/>
        <a:lstStyle/>
        <a:p>
          <a:endParaRPr lang="en-US"/>
        </a:p>
      </dgm:t>
    </dgm:pt>
    <dgm:pt modelId="{EB40754E-D3BA-EA4B-B34A-364C99E2806A}" type="pres">
      <dgm:prSet presAssocID="{CB7A0A67-5358-4B99-83D2-D857CFC889B5}" presName="diagram" presStyleCnt="0">
        <dgm:presLayoutVars>
          <dgm:dir/>
          <dgm:resizeHandles val="exact"/>
        </dgm:presLayoutVars>
      </dgm:prSet>
      <dgm:spPr/>
    </dgm:pt>
    <dgm:pt modelId="{B997155F-BC81-2A4E-8E97-B38FF296F70C}" type="pres">
      <dgm:prSet presAssocID="{B4408460-4EA3-4F6E-9C39-C6C130D3126E}" presName="node" presStyleLbl="node1" presStyleIdx="0" presStyleCnt="1">
        <dgm:presLayoutVars>
          <dgm:bulletEnabled val="1"/>
        </dgm:presLayoutVars>
      </dgm:prSet>
      <dgm:spPr/>
    </dgm:pt>
  </dgm:ptLst>
  <dgm:cxnLst>
    <dgm:cxn modelId="{430F8B31-CF36-2A44-8652-84FE4D3A48F5}" type="presOf" srcId="{8881D3CC-19A9-4A6D-9FAE-316698C68C6B}" destId="{B997155F-BC81-2A4E-8E97-B38FF296F70C}" srcOrd="0" destOrd="4" presId="urn:microsoft.com/office/officeart/2005/8/layout/default"/>
    <dgm:cxn modelId="{D1D9B633-4568-7347-A9C0-43A8C4E12708}" type="presOf" srcId="{CB7A0A67-5358-4B99-83D2-D857CFC889B5}" destId="{EB40754E-D3BA-EA4B-B34A-364C99E2806A}" srcOrd="0" destOrd="0" presId="urn:microsoft.com/office/officeart/2005/8/layout/default"/>
    <dgm:cxn modelId="{4850CC51-DB0B-420E-B3AD-E91F601DF611}" srcId="{CB7A0A67-5358-4B99-83D2-D857CFC889B5}" destId="{B4408460-4EA3-4F6E-9C39-C6C130D3126E}" srcOrd="0" destOrd="0" parTransId="{97633DF1-BD0C-4403-A1B9-F658091799E0}" sibTransId="{5421EEBE-B132-4D4F-90EF-CBA537D24467}"/>
    <dgm:cxn modelId="{E8591665-B743-4412-8F40-BC5F74D1DCCD}" srcId="{B4408460-4EA3-4F6E-9C39-C6C130D3126E}" destId="{DBD34549-BFA1-4614-9C38-2D239E0F3166}" srcOrd="0" destOrd="0" parTransId="{9C7BC1CE-A99E-4C44-8702-3EA536654CE2}" sibTransId="{72B25BAA-1841-45DA-B65B-F2978EC78C49}"/>
    <dgm:cxn modelId="{60B2B772-D0B4-2943-B113-B3B65DF085EE}" type="presOf" srcId="{DBD34549-BFA1-4614-9C38-2D239E0F3166}" destId="{B997155F-BC81-2A4E-8E97-B38FF296F70C}" srcOrd="0" destOrd="1" presId="urn:microsoft.com/office/officeart/2005/8/layout/default"/>
    <dgm:cxn modelId="{F3E3EC81-7089-49CE-B1C1-1508F44D9747}" srcId="{B4408460-4EA3-4F6E-9C39-C6C130D3126E}" destId="{B7FEC3F2-FE5E-4F79-A76B-CC0B576A8D0F}" srcOrd="1" destOrd="0" parTransId="{924E45BD-49DF-4F35-96AF-F5316CBB26C4}" sibTransId="{F1643BAD-F8C4-4F69-ACB7-ED800D49E040}"/>
    <dgm:cxn modelId="{51CD188B-A2A0-43A3-8739-DAC2238B244D}" srcId="{DBD34549-BFA1-4614-9C38-2D239E0F3166}" destId="{0A6251A1-C5C3-454A-AF95-4BCAFFB18429}" srcOrd="0" destOrd="0" parTransId="{FD32F177-05EC-4190-B13D-C736FCB3CED9}" sibTransId="{409EC406-C8EA-4A73-8FD3-E78F20806A13}"/>
    <dgm:cxn modelId="{371A5F8F-83B3-8547-B2E6-8AEF1D36995F}" type="presOf" srcId="{B7FEC3F2-FE5E-4F79-A76B-CC0B576A8D0F}" destId="{B997155F-BC81-2A4E-8E97-B38FF296F70C}" srcOrd="0" destOrd="3" presId="urn:microsoft.com/office/officeart/2005/8/layout/default"/>
    <dgm:cxn modelId="{B33EFEAE-BA8D-3646-A448-8EFD8419302E}" type="presOf" srcId="{B4408460-4EA3-4F6E-9C39-C6C130D3126E}" destId="{B997155F-BC81-2A4E-8E97-B38FF296F70C}" srcOrd="0" destOrd="0" presId="urn:microsoft.com/office/officeart/2005/8/layout/default"/>
    <dgm:cxn modelId="{4D9993B5-535C-4BCE-92D4-D6B2D97E8100}" srcId="{B7FEC3F2-FE5E-4F79-A76B-CC0B576A8D0F}" destId="{8881D3CC-19A9-4A6D-9FAE-316698C68C6B}" srcOrd="0" destOrd="0" parTransId="{F2E08FB2-88A8-42F1-990E-3A45427A1370}" sibTransId="{B330A683-DC16-4841-BEAD-8D31AB364F15}"/>
    <dgm:cxn modelId="{5ADECFC2-F8B2-3B4B-A361-36C36B288F88}" type="presOf" srcId="{0A6251A1-C5C3-454A-AF95-4BCAFFB18429}" destId="{B997155F-BC81-2A4E-8E97-B38FF296F70C}" srcOrd="0" destOrd="2" presId="urn:microsoft.com/office/officeart/2005/8/layout/default"/>
    <dgm:cxn modelId="{67185C74-BC3A-4B49-96B3-8A4D33B33075}" type="presParOf" srcId="{EB40754E-D3BA-EA4B-B34A-364C99E2806A}" destId="{B997155F-BC81-2A4E-8E97-B38FF296F70C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FB26A21-9B34-4244-A3D2-A78A373AE189}" type="doc">
      <dgm:prSet loTypeId="urn:microsoft.com/office/officeart/2005/8/layout/default" loCatId="" qsTypeId="urn:microsoft.com/office/officeart/2005/8/quickstyle/simple1" qsCatId="simple" csTypeId="urn:microsoft.com/office/officeart/2005/8/colors/accent1_2#6" csCatId="accent1"/>
      <dgm:spPr/>
      <dgm:t>
        <a:bodyPr/>
        <a:lstStyle/>
        <a:p>
          <a:endParaRPr lang="en-US"/>
        </a:p>
      </dgm:t>
    </dgm:pt>
    <dgm:pt modelId="{FEE54BBE-80F1-4726-A53A-B3135008EFE0}">
      <dgm:prSet phldrT="[Text]"/>
      <dgm:spPr/>
      <dgm:t>
        <a:bodyPr/>
        <a:lstStyle/>
        <a:p>
          <a:r>
            <a:rPr lang="en-US"/>
            <a:t>First point</a:t>
          </a:r>
        </a:p>
      </dgm:t>
    </dgm:pt>
    <dgm:pt modelId="{CAA95701-85B2-4BBE-974C-A280BE865EE1}" type="parTrans" cxnId="{7B7B902F-AF2E-4E07-A96E-47CE4B13C283}">
      <dgm:prSet/>
      <dgm:spPr/>
      <dgm:t>
        <a:bodyPr/>
        <a:lstStyle/>
        <a:p>
          <a:endParaRPr lang="en-US"/>
        </a:p>
      </dgm:t>
    </dgm:pt>
    <dgm:pt modelId="{7CAAA7AF-5B21-4768-B999-111358113565}" type="sibTrans" cxnId="{7B7B902F-AF2E-4E07-A96E-47CE4B13C283}">
      <dgm:prSet/>
      <dgm:spPr/>
      <dgm:t>
        <a:bodyPr/>
        <a:lstStyle/>
        <a:p>
          <a:endParaRPr lang="en-US"/>
        </a:p>
      </dgm:t>
    </dgm:pt>
    <dgm:pt modelId="{3951C0C0-4970-4337-AE08-B1E9D7E389D8}">
      <dgm:prSet phldrT="[Text]"/>
      <dgm:spPr/>
      <dgm:t>
        <a:bodyPr/>
        <a:lstStyle/>
        <a:p>
          <a:r>
            <a:rPr lang="en-US"/>
            <a:t>Second point</a:t>
          </a:r>
        </a:p>
      </dgm:t>
    </dgm:pt>
    <dgm:pt modelId="{53E2F9CB-D242-41BF-A2C1-3F853E4EB445}" type="parTrans" cxnId="{87386B9D-2F0B-4FEC-B2F5-32EEED3CD1D6}">
      <dgm:prSet/>
      <dgm:spPr/>
      <dgm:t>
        <a:bodyPr/>
        <a:lstStyle/>
        <a:p>
          <a:endParaRPr lang="en-US"/>
        </a:p>
      </dgm:t>
    </dgm:pt>
    <dgm:pt modelId="{79105E1B-3440-441D-881A-13746AE2FD40}" type="sibTrans" cxnId="{87386B9D-2F0B-4FEC-B2F5-32EEED3CD1D6}">
      <dgm:prSet/>
      <dgm:spPr/>
      <dgm:t>
        <a:bodyPr/>
        <a:lstStyle/>
        <a:p>
          <a:endParaRPr lang="en-US"/>
        </a:p>
      </dgm:t>
    </dgm:pt>
    <dgm:pt modelId="{73D347EB-3682-4762-95C3-8E4734FE5D68}">
      <dgm:prSet phldrT="[Text]"/>
      <dgm:spPr/>
      <dgm:t>
        <a:bodyPr/>
        <a:lstStyle/>
        <a:p>
          <a:r>
            <a:rPr lang="en-US"/>
            <a:t>Third point</a:t>
          </a:r>
        </a:p>
      </dgm:t>
    </dgm:pt>
    <dgm:pt modelId="{49077B6E-0391-441E-A448-C8B8ECDA2B14}" type="parTrans" cxnId="{20AE1BB7-AD2C-4D86-9EA2-E9113F71F350}">
      <dgm:prSet/>
      <dgm:spPr/>
      <dgm:t>
        <a:bodyPr/>
        <a:lstStyle/>
        <a:p>
          <a:endParaRPr lang="en-US"/>
        </a:p>
      </dgm:t>
    </dgm:pt>
    <dgm:pt modelId="{2291BDAF-B378-44E9-AA37-476B49747A72}" type="sibTrans" cxnId="{20AE1BB7-AD2C-4D86-9EA2-E9113F71F350}">
      <dgm:prSet/>
      <dgm:spPr/>
      <dgm:t>
        <a:bodyPr/>
        <a:lstStyle/>
        <a:p>
          <a:endParaRPr lang="en-US"/>
        </a:p>
      </dgm:t>
    </dgm:pt>
    <dgm:pt modelId="{B9C1B532-3C73-6D4C-A2F1-E5919B1F49FB}" type="pres">
      <dgm:prSet presAssocID="{8FB26A21-9B34-4244-A3D2-A78A373AE189}" presName="diagram" presStyleCnt="0">
        <dgm:presLayoutVars>
          <dgm:dir/>
          <dgm:resizeHandles val="exact"/>
        </dgm:presLayoutVars>
      </dgm:prSet>
      <dgm:spPr/>
    </dgm:pt>
    <dgm:pt modelId="{98350A91-6646-4C45-9895-F381CFF903AE}" type="pres">
      <dgm:prSet presAssocID="{FEE54BBE-80F1-4726-A53A-B3135008EFE0}" presName="node" presStyleLbl="node1" presStyleIdx="0" presStyleCnt="3">
        <dgm:presLayoutVars>
          <dgm:bulletEnabled val="1"/>
        </dgm:presLayoutVars>
      </dgm:prSet>
      <dgm:spPr/>
    </dgm:pt>
    <dgm:pt modelId="{B1B2D966-C7E3-854D-9DDB-08E48A2F0D27}" type="pres">
      <dgm:prSet presAssocID="{7CAAA7AF-5B21-4768-B999-111358113565}" presName="sibTrans" presStyleCnt="0"/>
      <dgm:spPr/>
    </dgm:pt>
    <dgm:pt modelId="{84DF5951-E835-2849-863F-049826E02DA4}" type="pres">
      <dgm:prSet presAssocID="{3951C0C0-4970-4337-AE08-B1E9D7E389D8}" presName="node" presStyleLbl="node1" presStyleIdx="1" presStyleCnt="3">
        <dgm:presLayoutVars>
          <dgm:bulletEnabled val="1"/>
        </dgm:presLayoutVars>
      </dgm:prSet>
      <dgm:spPr/>
    </dgm:pt>
    <dgm:pt modelId="{FA841E8F-C22C-B547-B4ED-98F872175E8E}" type="pres">
      <dgm:prSet presAssocID="{79105E1B-3440-441D-881A-13746AE2FD40}" presName="sibTrans" presStyleCnt="0"/>
      <dgm:spPr/>
    </dgm:pt>
    <dgm:pt modelId="{5FF9D9C6-216B-9F44-A70C-A7D544ADC8CB}" type="pres">
      <dgm:prSet presAssocID="{73D347EB-3682-4762-95C3-8E4734FE5D68}" presName="node" presStyleLbl="node1" presStyleIdx="2" presStyleCnt="3">
        <dgm:presLayoutVars>
          <dgm:bulletEnabled val="1"/>
        </dgm:presLayoutVars>
      </dgm:prSet>
      <dgm:spPr/>
    </dgm:pt>
  </dgm:ptLst>
  <dgm:cxnLst>
    <dgm:cxn modelId="{7B7B902F-AF2E-4E07-A96E-47CE4B13C283}" srcId="{8FB26A21-9B34-4244-A3D2-A78A373AE189}" destId="{FEE54BBE-80F1-4726-A53A-B3135008EFE0}" srcOrd="0" destOrd="0" parTransId="{CAA95701-85B2-4BBE-974C-A280BE865EE1}" sibTransId="{7CAAA7AF-5B21-4768-B999-111358113565}"/>
    <dgm:cxn modelId="{797A2B65-A2E3-5242-B180-E6602C2AFA0B}" type="presOf" srcId="{FEE54BBE-80F1-4726-A53A-B3135008EFE0}" destId="{98350A91-6646-4C45-9895-F381CFF903AE}" srcOrd="0" destOrd="0" presId="urn:microsoft.com/office/officeart/2005/8/layout/default"/>
    <dgm:cxn modelId="{87386B9D-2F0B-4FEC-B2F5-32EEED3CD1D6}" srcId="{8FB26A21-9B34-4244-A3D2-A78A373AE189}" destId="{3951C0C0-4970-4337-AE08-B1E9D7E389D8}" srcOrd="1" destOrd="0" parTransId="{53E2F9CB-D242-41BF-A2C1-3F853E4EB445}" sibTransId="{79105E1B-3440-441D-881A-13746AE2FD40}"/>
    <dgm:cxn modelId="{20AE1BB7-AD2C-4D86-9EA2-E9113F71F350}" srcId="{8FB26A21-9B34-4244-A3D2-A78A373AE189}" destId="{73D347EB-3682-4762-95C3-8E4734FE5D68}" srcOrd="2" destOrd="0" parTransId="{49077B6E-0391-441E-A448-C8B8ECDA2B14}" sibTransId="{2291BDAF-B378-44E9-AA37-476B49747A72}"/>
    <dgm:cxn modelId="{A408C7B8-B790-4F4A-94C0-8650FD03A6D2}" type="presOf" srcId="{8FB26A21-9B34-4244-A3D2-A78A373AE189}" destId="{B9C1B532-3C73-6D4C-A2F1-E5919B1F49FB}" srcOrd="0" destOrd="0" presId="urn:microsoft.com/office/officeart/2005/8/layout/default"/>
    <dgm:cxn modelId="{77B2A0BA-4EC4-A146-9A38-AA55F40D6911}" type="presOf" srcId="{3951C0C0-4970-4337-AE08-B1E9D7E389D8}" destId="{84DF5951-E835-2849-863F-049826E02DA4}" srcOrd="0" destOrd="0" presId="urn:microsoft.com/office/officeart/2005/8/layout/default"/>
    <dgm:cxn modelId="{27011EDD-9CD3-B142-BA14-AAC140576F37}" type="presOf" srcId="{73D347EB-3682-4762-95C3-8E4734FE5D68}" destId="{5FF9D9C6-216B-9F44-A70C-A7D544ADC8CB}" srcOrd="0" destOrd="0" presId="urn:microsoft.com/office/officeart/2005/8/layout/default"/>
    <dgm:cxn modelId="{AD39C8FC-8043-7E46-AB91-0156F29445F6}" type="presParOf" srcId="{B9C1B532-3C73-6D4C-A2F1-E5919B1F49FB}" destId="{98350A91-6646-4C45-9895-F381CFF903AE}" srcOrd="0" destOrd="0" presId="urn:microsoft.com/office/officeart/2005/8/layout/default"/>
    <dgm:cxn modelId="{9FF50D28-A1BF-EA48-894C-DB9FA3A501E6}" type="presParOf" srcId="{B9C1B532-3C73-6D4C-A2F1-E5919B1F49FB}" destId="{B1B2D966-C7E3-854D-9DDB-08E48A2F0D27}" srcOrd="1" destOrd="0" presId="urn:microsoft.com/office/officeart/2005/8/layout/default"/>
    <dgm:cxn modelId="{AD4EDFEE-3025-634C-919B-5A6283AA677E}" type="presParOf" srcId="{B9C1B532-3C73-6D4C-A2F1-E5919B1F49FB}" destId="{84DF5951-E835-2849-863F-049826E02DA4}" srcOrd="2" destOrd="0" presId="urn:microsoft.com/office/officeart/2005/8/layout/default"/>
    <dgm:cxn modelId="{8658A23C-C163-AC45-8DFD-D5E2F55DC745}" type="presParOf" srcId="{B9C1B532-3C73-6D4C-A2F1-E5919B1F49FB}" destId="{FA841E8F-C22C-B547-B4ED-98F872175E8E}" srcOrd="3" destOrd="0" presId="urn:microsoft.com/office/officeart/2005/8/layout/default"/>
    <dgm:cxn modelId="{A50D5810-D670-6840-B740-980B09FF0F19}" type="presParOf" srcId="{B9C1B532-3C73-6D4C-A2F1-E5919B1F49FB}" destId="{5FF9D9C6-216B-9F44-A70C-A7D544ADC8CB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70792DE-4FC8-445F-9A56-7FF9D4A49D90}" type="doc">
      <dgm:prSet loTypeId="urn:microsoft.com/office/officeart/2005/8/layout/default" loCatId="" qsTypeId="urn:microsoft.com/office/officeart/2005/8/quickstyle/simple1" qsCatId="simple" csTypeId="urn:microsoft.com/office/officeart/2005/8/colors/accent1_2#7" csCatId="accent1"/>
      <dgm:spPr/>
      <dgm:t>
        <a:bodyPr/>
        <a:lstStyle/>
        <a:p>
          <a:endParaRPr lang="en-US"/>
        </a:p>
      </dgm:t>
    </dgm:pt>
    <dgm:pt modelId="{9784CF29-735C-4216-AA23-C46EC9E3D786}">
      <dgm:prSet phldrT="[Text]"/>
      <dgm:spPr/>
      <dgm:t>
        <a:bodyPr/>
        <a:lstStyle/>
        <a:p>
          <a:r>
            <a:rPr lang="en-US"/>
            <a:t>Vision</a:t>
          </a:r>
        </a:p>
      </dgm:t>
    </dgm:pt>
    <dgm:pt modelId="{7ED11DD8-B2CB-4988-A9E9-38617D623497}" type="parTrans" cxnId="{CA67A8C5-8382-416B-A893-4032938AE133}">
      <dgm:prSet/>
      <dgm:spPr/>
      <dgm:t>
        <a:bodyPr/>
        <a:lstStyle/>
        <a:p>
          <a:endParaRPr lang="en-US"/>
        </a:p>
      </dgm:t>
    </dgm:pt>
    <dgm:pt modelId="{1761C407-8FD4-406E-8DD8-5D01AB7E0B54}" type="sibTrans" cxnId="{CA67A8C5-8382-416B-A893-4032938AE133}">
      <dgm:prSet/>
      <dgm:spPr/>
      <dgm:t>
        <a:bodyPr/>
        <a:lstStyle/>
        <a:p>
          <a:endParaRPr lang="en-US"/>
        </a:p>
      </dgm:t>
    </dgm:pt>
    <dgm:pt modelId="{41D21B7D-3B6D-4E41-A31B-22CA68F8C5F3}">
      <dgm:prSet phldrT="[Text]"/>
      <dgm:spPr/>
      <dgm:t>
        <a:bodyPr/>
        <a:lstStyle/>
        <a:p>
          <a:r>
            <a:rPr lang="en-US"/>
            <a:t>Strategy</a:t>
          </a:r>
        </a:p>
      </dgm:t>
    </dgm:pt>
    <dgm:pt modelId="{1D1A1DD2-9BEE-467C-BBE3-C3FBCC167FF6}" type="parTrans" cxnId="{7245D683-E6AF-410A-84F3-176005578F32}">
      <dgm:prSet/>
      <dgm:spPr/>
      <dgm:t>
        <a:bodyPr/>
        <a:lstStyle/>
        <a:p>
          <a:endParaRPr lang="en-US"/>
        </a:p>
      </dgm:t>
    </dgm:pt>
    <dgm:pt modelId="{C741C6A5-D493-4A67-8BDE-6F4B71749A4F}" type="sibTrans" cxnId="{7245D683-E6AF-410A-84F3-176005578F32}">
      <dgm:prSet/>
      <dgm:spPr/>
      <dgm:t>
        <a:bodyPr/>
        <a:lstStyle/>
        <a:p>
          <a:endParaRPr lang="en-US"/>
        </a:p>
      </dgm:t>
    </dgm:pt>
    <dgm:pt modelId="{E757E3DF-9066-40B3-8607-5322A46F0A3C}">
      <dgm:prSet phldrT="[Text]"/>
      <dgm:spPr/>
      <dgm:t>
        <a:bodyPr/>
        <a:lstStyle/>
        <a:p>
          <a:r>
            <a:rPr lang="en-US"/>
            <a:t>Tactics</a:t>
          </a:r>
        </a:p>
      </dgm:t>
    </dgm:pt>
    <dgm:pt modelId="{EC566FBA-3D63-449D-98E1-8704CCD21A80}" type="parTrans" cxnId="{A99E2F19-388C-4D77-B68F-744BEB3B0221}">
      <dgm:prSet/>
      <dgm:spPr/>
      <dgm:t>
        <a:bodyPr/>
        <a:lstStyle/>
        <a:p>
          <a:endParaRPr lang="en-US"/>
        </a:p>
      </dgm:t>
    </dgm:pt>
    <dgm:pt modelId="{BB5964FF-51ED-45A8-84F4-1330E7EF7595}" type="sibTrans" cxnId="{A99E2F19-388C-4D77-B68F-744BEB3B0221}">
      <dgm:prSet/>
      <dgm:spPr/>
      <dgm:t>
        <a:bodyPr/>
        <a:lstStyle/>
        <a:p>
          <a:endParaRPr lang="en-US"/>
        </a:p>
      </dgm:t>
    </dgm:pt>
    <dgm:pt modelId="{D123CE26-0593-CE4D-A8C5-36389F52775B}" type="pres">
      <dgm:prSet presAssocID="{E70792DE-4FC8-445F-9A56-7FF9D4A49D90}" presName="diagram" presStyleCnt="0">
        <dgm:presLayoutVars>
          <dgm:dir/>
          <dgm:resizeHandles val="exact"/>
        </dgm:presLayoutVars>
      </dgm:prSet>
      <dgm:spPr/>
    </dgm:pt>
    <dgm:pt modelId="{F5D1B209-7B57-524D-8058-A35E14562B1A}" type="pres">
      <dgm:prSet presAssocID="{9784CF29-735C-4216-AA23-C46EC9E3D786}" presName="node" presStyleLbl="node1" presStyleIdx="0" presStyleCnt="3">
        <dgm:presLayoutVars>
          <dgm:bulletEnabled val="1"/>
        </dgm:presLayoutVars>
      </dgm:prSet>
      <dgm:spPr/>
    </dgm:pt>
    <dgm:pt modelId="{27689B9E-EEA2-BA4C-A61F-DFECD5D9C794}" type="pres">
      <dgm:prSet presAssocID="{1761C407-8FD4-406E-8DD8-5D01AB7E0B54}" presName="sibTrans" presStyleCnt="0"/>
      <dgm:spPr/>
    </dgm:pt>
    <dgm:pt modelId="{201FB5AF-8FFF-C748-8D0E-1A6A05C519F1}" type="pres">
      <dgm:prSet presAssocID="{41D21B7D-3B6D-4E41-A31B-22CA68F8C5F3}" presName="node" presStyleLbl="node1" presStyleIdx="1" presStyleCnt="3">
        <dgm:presLayoutVars>
          <dgm:bulletEnabled val="1"/>
        </dgm:presLayoutVars>
      </dgm:prSet>
      <dgm:spPr/>
    </dgm:pt>
    <dgm:pt modelId="{AD3FE57B-82DD-044D-B510-05DE05B2B50D}" type="pres">
      <dgm:prSet presAssocID="{C741C6A5-D493-4A67-8BDE-6F4B71749A4F}" presName="sibTrans" presStyleCnt="0"/>
      <dgm:spPr/>
    </dgm:pt>
    <dgm:pt modelId="{2169B660-61A6-284E-819B-2276582AE440}" type="pres">
      <dgm:prSet presAssocID="{E757E3DF-9066-40B3-8607-5322A46F0A3C}" presName="node" presStyleLbl="node1" presStyleIdx="2" presStyleCnt="3">
        <dgm:presLayoutVars>
          <dgm:bulletEnabled val="1"/>
        </dgm:presLayoutVars>
      </dgm:prSet>
      <dgm:spPr/>
    </dgm:pt>
  </dgm:ptLst>
  <dgm:cxnLst>
    <dgm:cxn modelId="{A99E2F19-388C-4D77-B68F-744BEB3B0221}" srcId="{E70792DE-4FC8-445F-9A56-7FF9D4A49D90}" destId="{E757E3DF-9066-40B3-8607-5322A46F0A3C}" srcOrd="2" destOrd="0" parTransId="{EC566FBA-3D63-449D-98E1-8704CCD21A80}" sibTransId="{BB5964FF-51ED-45A8-84F4-1330E7EF7595}"/>
    <dgm:cxn modelId="{0AB68D29-3C64-0242-B14D-8B26CCB149D4}" type="presOf" srcId="{E70792DE-4FC8-445F-9A56-7FF9D4A49D90}" destId="{D123CE26-0593-CE4D-A8C5-36389F52775B}" srcOrd="0" destOrd="0" presId="urn:microsoft.com/office/officeart/2005/8/layout/default"/>
    <dgm:cxn modelId="{CDA79552-EA8A-7848-BF23-B5CCCEC96572}" type="presOf" srcId="{9784CF29-735C-4216-AA23-C46EC9E3D786}" destId="{F5D1B209-7B57-524D-8058-A35E14562B1A}" srcOrd="0" destOrd="0" presId="urn:microsoft.com/office/officeart/2005/8/layout/default"/>
    <dgm:cxn modelId="{9427DC70-48F1-9349-87A2-BA304923C35B}" type="presOf" srcId="{41D21B7D-3B6D-4E41-A31B-22CA68F8C5F3}" destId="{201FB5AF-8FFF-C748-8D0E-1A6A05C519F1}" srcOrd="0" destOrd="0" presId="urn:microsoft.com/office/officeart/2005/8/layout/default"/>
    <dgm:cxn modelId="{7245D683-E6AF-410A-84F3-176005578F32}" srcId="{E70792DE-4FC8-445F-9A56-7FF9D4A49D90}" destId="{41D21B7D-3B6D-4E41-A31B-22CA68F8C5F3}" srcOrd="1" destOrd="0" parTransId="{1D1A1DD2-9BEE-467C-BBE3-C3FBCC167FF6}" sibTransId="{C741C6A5-D493-4A67-8BDE-6F4B71749A4F}"/>
    <dgm:cxn modelId="{CA67A8C5-8382-416B-A893-4032938AE133}" srcId="{E70792DE-4FC8-445F-9A56-7FF9D4A49D90}" destId="{9784CF29-735C-4216-AA23-C46EC9E3D786}" srcOrd="0" destOrd="0" parTransId="{7ED11DD8-B2CB-4988-A9E9-38617D623497}" sibTransId="{1761C407-8FD4-406E-8DD8-5D01AB7E0B54}"/>
    <dgm:cxn modelId="{D6C795EA-BAC3-7D46-9E88-28C0932D9D58}" type="presOf" srcId="{E757E3DF-9066-40B3-8607-5322A46F0A3C}" destId="{2169B660-61A6-284E-819B-2276582AE440}" srcOrd="0" destOrd="0" presId="urn:microsoft.com/office/officeart/2005/8/layout/default"/>
    <dgm:cxn modelId="{4F8F12DE-7756-9849-BEE8-3D882ECB5996}" type="presParOf" srcId="{D123CE26-0593-CE4D-A8C5-36389F52775B}" destId="{F5D1B209-7B57-524D-8058-A35E14562B1A}" srcOrd="0" destOrd="0" presId="urn:microsoft.com/office/officeart/2005/8/layout/default"/>
    <dgm:cxn modelId="{225DEDA8-913B-6246-803B-956BA5C6B83E}" type="presParOf" srcId="{D123CE26-0593-CE4D-A8C5-36389F52775B}" destId="{27689B9E-EEA2-BA4C-A61F-DFECD5D9C794}" srcOrd="1" destOrd="0" presId="urn:microsoft.com/office/officeart/2005/8/layout/default"/>
    <dgm:cxn modelId="{0D579B3E-FC56-7349-A80F-3FCD9C95259F}" type="presParOf" srcId="{D123CE26-0593-CE4D-A8C5-36389F52775B}" destId="{201FB5AF-8FFF-C748-8D0E-1A6A05C519F1}" srcOrd="2" destOrd="0" presId="urn:microsoft.com/office/officeart/2005/8/layout/default"/>
    <dgm:cxn modelId="{03EECF77-ECB5-334B-98AD-64B6D72E1E5A}" type="presParOf" srcId="{D123CE26-0593-CE4D-A8C5-36389F52775B}" destId="{AD3FE57B-82DD-044D-B510-05DE05B2B50D}" srcOrd="3" destOrd="0" presId="urn:microsoft.com/office/officeart/2005/8/layout/default"/>
    <dgm:cxn modelId="{737D8DE4-5E20-9E47-9089-5C92B9229F03}" type="presParOf" srcId="{D123CE26-0593-CE4D-A8C5-36389F52775B}" destId="{2169B660-61A6-284E-819B-2276582AE44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C5614E4-8BE4-4363-9A00-E9267FEEC193}" type="doc">
      <dgm:prSet loTypeId="urn:microsoft.com/office/officeart/2005/8/layout/default" loCatId="" qsTypeId="urn:microsoft.com/office/officeart/2005/8/quickstyle/simple1" qsCatId="simple" csTypeId="urn:microsoft.com/office/officeart/2005/8/colors/accent1_2#8" csCatId="accent1"/>
      <dgm:spPr/>
      <dgm:t>
        <a:bodyPr/>
        <a:lstStyle/>
        <a:p>
          <a:endParaRPr lang="en-US"/>
        </a:p>
      </dgm:t>
    </dgm:pt>
    <dgm:pt modelId="{86A1C340-83BE-4331-A436-173FA9F3146D}">
      <dgm:prSet phldrT="[Text]"/>
      <dgm:spPr/>
      <dgm:t>
        <a:bodyPr/>
        <a:lstStyle/>
        <a:p>
          <a:r>
            <a:rPr lang="en-US"/>
            <a:t>Print</a:t>
          </a:r>
        </a:p>
      </dgm:t>
    </dgm:pt>
    <dgm:pt modelId="{26D38AE0-B5C5-4E9B-9538-339E9D980823}" type="parTrans" cxnId="{A8FC8033-4228-4E2E-B81E-50ED51C68C4F}">
      <dgm:prSet/>
      <dgm:spPr/>
      <dgm:t>
        <a:bodyPr/>
        <a:lstStyle/>
        <a:p>
          <a:endParaRPr lang="en-US"/>
        </a:p>
      </dgm:t>
    </dgm:pt>
    <dgm:pt modelId="{28B1BD9F-182B-4101-9EAC-00E48E212CF0}" type="sibTrans" cxnId="{A8FC8033-4228-4E2E-B81E-50ED51C68C4F}">
      <dgm:prSet/>
      <dgm:spPr/>
      <dgm:t>
        <a:bodyPr/>
        <a:lstStyle/>
        <a:p>
          <a:endParaRPr lang="en-US"/>
        </a:p>
      </dgm:t>
    </dgm:pt>
    <dgm:pt modelId="{CB7C0AFF-2A5C-4C3B-9A0A-D5CABA0BF2A0}">
      <dgm:prSet phldrT="[Text]"/>
      <dgm:spPr/>
      <dgm:t>
        <a:bodyPr/>
        <a:lstStyle/>
        <a:p>
          <a:r>
            <a:rPr lang="en-US"/>
            <a:t>Screen</a:t>
          </a:r>
        </a:p>
      </dgm:t>
    </dgm:pt>
    <dgm:pt modelId="{2E039320-6596-4303-BD67-2E3886A4E332}" type="parTrans" cxnId="{64C084A9-92C0-4AAC-B568-87115ACE7DDD}">
      <dgm:prSet/>
      <dgm:spPr/>
      <dgm:t>
        <a:bodyPr/>
        <a:lstStyle/>
        <a:p>
          <a:endParaRPr lang="en-US"/>
        </a:p>
      </dgm:t>
    </dgm:pt>
    <dgm:pt modelId="{FD2E66C7-F5F8-437F-BBF1-D137B79929F7}" type="sibTrans" cxnId="{64C084A9-92C0-4AAC-B568-87115ACE7DDD}">
      <dgm:prSet/>
      <dgm:spPr/>
      <dgm:t>
        <a:bodyPr/>
        <a:lstStyle/>
        <a:p>
          <a:endParaRPr lang="en-US"/>
        </a:p>
      </dgm:t>
    </dgm:pt>
    <dgm:pt modelId="{68AE7919-94F9-4849-9ABC-1A0DC6E330DD}">
      <dgm:prSet phldrT="[Text]"/>
      <dgm:spPr/>
      <dgm:t>
        <a:bodyPr/>
        <a:lstStyle/>
        <a:p>
          <a:r>
            <a:rPr lang="en-US"/>
            <a:t>Slides</a:t>
          </a:r>
        </a:p>
      </dgm:t>
    </dgm:pt>
    <dgm:pt modelId="{C2D229F2-1CBA-4E9F-BE54-762DE0C6FDCB}" type="parTrans" cxnId="{9C5F13B6-769B-4736-BEE0-BCA67A295447}">
      <dgm:prSet/>
      <dgm:spPr/>
      <dgm:t>
        <a:bodyPr/>
        <a:lstStyle/>
        <a:p>
          <a:endParaRPr lang="en-US"/>
        </a:p>
      </dgm:t>
    </dgm:pt>
    <dgm:pt modelId="{A4C46759-8E4E-45EA-B2CF-65BFBF585FE5}" type="sibTrans" cxnId="{9C5F13B6-769B-4736-BEE0-BCA67A295447}">
      <dgm:prSet/>
      <dgm:spPr/>
      <dgm:t>
        <a:bodyPr/>
        <a:lstStyle/>
        <a:p>
          <a:endParaRPr lang="en-US"/>
        </a:p>
      </dgm:t>
    </dgm:pt>
    <dgm:pt modelId="{9E375803-8715-BF4E-85CF-AC6268559D2D}" type="pres">
      <dgm:prSet presAssocID="{AC5614E4-8BE4-4363-9A00-E9267FEEC193}" presName="diagram" presStyleCnt="0">
        <dgm:presLayoutVars>
          <dgm:dir/>
          <dgm:resizeHandles val="exact"/>
        </dgm:presLayoutVars>
      </dgm:prSet>
      <dgm:spPr/>
    </dgm:pt>
    <dgm:pt modelId="{BF00C22E-7BF2-DC4F-BC28-338F1E4BDC8A}" type="pres">
      <dgm:prSet presAssocID="{86A1C340-83BE-4331-A436-173FA9F3146D}" presName="node" presStyleLbl="node1" presStyleIdx="0" presStyleCnt="3">
        <dgm:presLayoutVars>
          <dgm:bulletEnabled val="1"/>
        </dgm:presLayoutVars>
      </dgm:prSet>
      <dgm:spPr/>
    </dgm:pt>
    <dgm:pt modelId="{AE4011F8-0F69-4647-A26F-78FB54ACB7EE}" type="pres">
      <dgm:prSet presAssocID="{28B1BD9F-182B-4101-9EAC-00E48E212CF0}" presName="sibTrans" presStyleCnt="0"/>
      <dgm:spPr/>
    </dgm:pt>
    <dgm:pt modelId="{1EBB5701-1EDC-0049-85C9-BD6D61CB4F9B}" type="pres">
      <dgm:prSet presAssocID="{CB7C0AFF-2A5C-4C3B-9A0A-D5CABA0BF2A0}" presName="node" presStyleLbl="node1" presStyleIdx="1" presStyleCnt="3">
        <dgm:presLayoutVars>
          <dgm:bulletEnabled val="1"/>
        </dgm:presLayoutVars>
      </dgm:prSet>
      <dgm:spPr/>
    </dgm:pt>
    <dgm:pt modelId="{836012D6-1C00-F146-A577-87A680B4CEBC}" type="pres">
      <dgm:prSet presAssocID="{FD2E66C7-F5F8-437F-BBF1-D137B79929F7}" presName="sibTrans" presStyleCnt="0"/>
      <dgm:spPr/>
    </dgm:pt>
    <dgm:pt modelId="{3D79129A-3CC7-2B46-8AF5-4DB1D542A6B5}" type="pres">
      <dgm:prSet presAssocID="{68AE7919-94F9-4849-9ABC-1A0DC6E330DD}" presName="node" presStyleLbl="node1" presStyleIdx="2" presStyleCnt="3">
        <dgm:presLayoutVars>
          <dgm:bulletEnabled val="1"/>
        </dgm:presLayoutVars>
      </dgm:prSet>
      <dgm:spPr/>
    </dgm:pt>
  </dgm:ptLst>
  <dgm:cxnLst>
    <dgm:cxn modelId="{A8FC8033-4228-4E2E-B81E-50ED51C68C4F}" srcId="{AC5614E4-8BE4-4363-9A00-E9267FEEC193}" destId="{86A1C340-83BE-4331-A436-173FA9F3146D}" srcOrd="0" destOrd="0" parTransId="{26D38AE0-B5C5-4E9B-9538-339E9D980823}" sibTransId="{28B1BD9F-182B-4101-9EAC-00E48E212CF0}"/>
    <dgm:cxn modelId="{64C084A9-92C0-4AAC-B568-87115ACE7DDD}" srcId="{AC5614E4-8BE4-4363-9A00-E9267FEEC193}" destId="{CB7C0AFF-2A5C-4C3B-9A0A-D5CABA0BF2A0}" srcOrd="1" destOrd="0" parTransId="{2E039320-6596-4303-BD67-2E3886A4E332}" sibTransId="{FD2E66C7-F5F8-437F-BBF1-D137B79929F7}"/>
    <dgm:cxn modelId="{9C5F13B6-769B-4736-BEE0-BCA67A295447}" srcId="{AC5614E4-8BE4-4363-9A00-E9267FEEC193}" destId="{68AE7919-94F9-4849-9ABC-1A0DC6E330DD}" srcOrd="2" destOrd="0" parTransId="{C2D229F2-1CBA-4E9F-BE54-762DE0C6FDCB}" sibTransId="{A4C46759-8E4E-45EA-B2CF-65BFBF585FE5}"/>
    <dgm:cxn modelId="{EEA2DDD0-4C87-9E42-AFC4-9DC8B4B7BD64}" type="presOf" srcId="{86A1C340-83BE-4331-A436-173FA9F3146D}" destId="{BF00C22E-7BF2-DC4F-BC28-338F1E4BDC8A}" srcOrd="0" destOrd="0" presId="urn:microsoft.com/office/officeart/2005/8/layout/default"/>
    <dgm:cxn modelId="{CF99DFDE-755B-8943-A6AB-01AD9EDFF0F5}" type="presOf" srcId="{68AE7919-94F9-4849-9ABC-1A0DC6E330DD}" destId="{3D79129A-3CC7-2B46-8AF5-4DB1D542A6B5}" srcOrd="0" destOrd="0" presId="urn:microsoft.com/office/officeart/2005/8/layout/default"/>
    <dgm:cxn modelId="{2C26D1EC-5EF3-D644-9391-BD52E8412BAF}" type="presOf" srcId="{CB7C0AFF-2A5C-4C3B-9A0A-D5CABA0BF2A0}" destId="{1EBB5701-1EDC-0049-85C9-BD6D61CB4F9B}" srcOrd="0" destOrd="0" presId="urn:microsoft.com/office/officeart/2005/8/layout/default"/>
    <dgm:cxn modelId="{434A23FE-C6BC-C24A-85C7-DDA22BA715B5}" type="presOf" srcId="{AC5614E4-8BE4-4363-9A00-E9267FEEC193}" destId="{9E375803-8715-BF4E-85CF-AC6268559D2D}" srcOrd="0" destOrd="0" presId="urn:microsoft.com/office/officeart/2005/8/layout/default"/>
    <dgm:cxn modelId="{B4B24725-1C5D-C348-966B-669BA2F74E19}" type="presParOf" srcId="{9E375803-8715-BF4E-85CF-AC6268559D2D}" destId="{BF00C22E-7BF2-DC4F-BC28-338F1E4BDC8A}" srcOrd="0" destOrd="0" presId="urn:microsoft.com/office/officeart/2005/8/layout/default"/>
    <dgm:cxn modelId="{711C2BE0-AA50-8B4E-94B3-D6F328BC781B}" type="presParOf" srcId="{9E375803-8715-BF4E-85CF-AC6268559D2D}" destId="{AE4011F8-0F69-4647-A26F-78FB54ACB7EE}" srcOrd="1" destOrd="0" presId="urn:microsoft.com/office/officeart/2005/8/layout/default"/>
    <dgm:cxn modelId="{535C1F09-F002-0E49-99CF-488430D06F4F}" type="presParOf" srcId="{9E375803-8715-BF4E-85CF-AC6268559D2D}" destId="{1EBB5701-1EDC-0049-85C9-BD6D61CB4F9B}" srcOrd="2" destOrd="0" presId="urn:microsoft.com/office/officeart/2005/8/layout/default"/>
    <dgm:cxn modelId="{66D1B295-DB68-964B-8DE2-B389F56B324C}" type="presParOf" srcId="{9E375803-8715-BF4E-85CF-AC6268559D2D}" destId="{836012D6-1C00-F146-A577-87A680B4CEBC}" srcOrd="3" destOrd="0" presId="urn:microsoft.com/office/officeart/2005/8/layout/default"/>
    <dgm:cxn modelId="{DF93B52D-1A65-444B-B15B-046E186E686D}" type="presParOf" srcId="{9E375803-8715-BF4E-85CF-AC6268559D2D}" destId="{3D79129A-3CC7-2B46-8AF5-4DB1D542A6B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17CAD9A-D804-4E2F-9408-3AC7F0E8F3C1}" type="doc">
      <dgm:prSet loTypeId="urn:microsoft.com/office/officeart/2005/8/layout/default" loCatId="" qsTypeId="urn:microsoft.com/office/officeart/2005/8/quickstyle/simple1" qsCatId="simple" csTypeId="urn:microsoft.com/office/officeart/2005/8/colors/accent1_2#9" csCatId="accent1"/>
      <dgm:spPr/>
      <dgm:t>
        <a:bodyPr/>
        <a:lstStyle/>
        <a:p>
          <a:endParaRPr lang="en-US"/>
        </a:p>
      </dgm:t>
    </dgm:pt>
    <dgm:pt modelId="{95FBB0E0-6CAC-4045-8783-4281AEBAB21D}">
      <dgm:prSet phldrT="[Text]"/>
      <dgm:spPr/>
      <dgm:t>
        <a:bodyPr/>
        <a:lstStyle/>
        <a:p>
          <a:r>
            <a:rPr lang="en-US"/>
            <a:t>Core</a:t>
          </a:r>
        </a:p>
      </dgm:t>
    </dgm:pt>
    <dgm:pt modelId="{11740157-1176-42E7-85BF-F9863FEFEE6F}" type="parTrans" cxnId="{00FD3B9E-E5A0-43F6-BE8F-702F944100FD}">
      <dgm:prSet/>
      <dgm:spPr/>
      <dgm:t>
        <a:bodyPr/>
        <a:lstStyle/>
        <a:p>
          <a:endParaRPr lang="en-US"/>
        </a:p>
      </dgm:t>
    </dgm:pt>
    <dgm:pt modelId="{71B18DC3-A520-4D10-8472-BA78B21A2BF2}" type="sibTrans" cxnId="{00FD3B9E-E5A0-43F6-BE8F-702F944100FD}">
      <dgm:prSet/>
      <dgm:spPr/>
      <dgm:t>
        <a:bodyPr/>
        <a:lstStyle/>
        <a:p>
          <a:endParaRPr lang="en-US"/>
        </a:p>
      </dgm:t>
    </dgm:pt>
    <dgm:pt modelId="{E305AA60-BD5A-424B-AFBC-6B7A8AF18484}">
      <dgm:prSet phldrT="[Text]"/>
      <dgm:spPr/>
      <dgm:t>
        <a:bodyPr/>
        <a:lstStyle/>
        <a:p>
          <a:r>
            <a:rPr lang="en-US"/>
            <a:t>Draw</a:t>
          </a:r>
        </a:p>
      </dgm:t>
    </dgm:pt>
    <dgm:pt modelId="{EE8476DF-1542-434D-8656-1D5F082D958B}" type="parTrans" cxnId="{E1442572-65A1-4FF2-800A-F21707CFDC4D}">
      <dgm:prSet/>
      <dgm:spPr/>
      <dgm:t>
        <a:bodyPr/>
        <a:lstStyle/>
        <a:p>
          <a:endParaRPr lang="en-US"/>
        </a:p>
      </dgm:t>
    </dgm:pt>
    <dgm:pt modelId="{E5DF62E2-969C-417E-A59E-2131F2F3D41D}" type="sibTrans" cxnId="{E1442572-65A1-4FF2-800A-F21707CFDC4D}">
      <dgm:prSet/>
      <dgm:spPr/>
      <dgm:t>
        <a:bodyPr/>
        <a:lstStyle/>
        <a:p>
          <a:endParaRPr lang="en-US"/>
        </a:p>
      </dgm:t>
    </dgm:pt>
    <dgm:pt modelId="{05B94540-43BC-44FF-8162-90058FD41686}">
      <dgm:prSet phldrT="[Text]"/>
      <dgm:spPr/>
      <dgm:t>
        <a:bodyPr/>
        <a:lstStyle/>
        <a:p>
          <a:r>
            <a:rPr lang="en-US"/>
            <a:t>Sheet</a:t>
          </a:r>
        </a:p>
      </dgm:t>
    </dgm:pt>
    <dgm:pt modelId="{63347088-E4E1-43AF-8FD3-F808F09FE4A6}" type="parTrans" cxnId="{3A5B9CEF-8765-4E5C-86A5-2B5EB67720B3}">
      <dgm:prSet/>
      <dgm:spPr/>
      <dgm:t>
        <a:bodyPr/>
        <a:lstStyle/>
        <a:p>
          <a:endParaRPr lang="en-US"/>
        </a:p>
      </dgm:t>
    </dgm:pt>
    <dgm:pt modelId="{E551F4E9-565B-457C-B632-D6F25810101F}" type="sibTrans" cxnId="{3A5B9CEF-8765-4E5C-86A5-2B5EB67720B3}">
      <dgm:prSet/>
      <dgm:spPr/>
      <dgm:t>
        <a:bodyPr/>
        <a:lstStyle/>
        <a:p>
          <a:endParaRPr lang="en-US"/>
        </a:p>
      </dgm:t>
    </dgm:pt>
    <dgm:pt modelId="{3F943527-1381-42DB-A6D3-590BD5B8161F}">
      <dgm:prSet phldrT="[Text]"/>
      <dgm:spPr/>
      <dgm:t>
        <a:bodyPr/>
        <a:lstStyle/>
        <a:p>
          <a:r>
            <a:rPr lang="en-US"/>
            <a:t>Slide</a:t>
          </a:r>
        </a:p>
      </dgm:t>
    </dgm:pt>
    <dgm:pt modelId="{DB892DE4-9F25-4B01-98D4-E7A9E6F13D40}" type="parTrans" cxnId="{9097961C-43CC-4D27-9D38-FE0793E1B058}">
      <dgm:prSet/>
      <dgm:spPr/>
      <dgm:t>
        <a:bodyPr/>
        <a:lstStyle/>
        <a:p>
          <a:endParaRPr lang="en-US"/>
        </a:p>
      </dgm:t>
    </dgm:pt>
    <dgm:pt modelId="{12041536-6771-4FD4-A67A-B7B68BF93393}" type="sibTrans" cxnId="{9097961C-43CC-4D27-9D38-FE0793E1B058}">
      <dgm:prSet/>
      <dgm:spPr/>
      <dgm:t>
        <a:bodyPr/>
        <a:lstStyle/>
        <a:p>
          <a:endParaRPr lang="en-US"/>
        </a:p>
      </dgm:t>
    </dgm:pt>
    <dgm:pt modelId="{F3B43FF5-95DD-4EAA-990E-D690FB39BAC2}">
      <dgm:prSet phldrT="[Text]"/>
      <dgm:spPr/>
      <dgm:t>
        <a:bodyPr/>
        <a:lstStyle/>
        <a:p>
          <a:r>
            <a:rPr lang="en-US"/>
            <a:t>Web</a:t>
          </a:r>
        </a:p>
      </dgm:t>
    </dgm:pt>
    <dgm:pt modelId="{808D1A4C-3F1C-434D-AE26-B414597123D3}" type="parTrans" cxnId="{3A8E56B9-0A80-43C2-A11B-1BF6133AEF07}">
      <dgm:prSet/>
      <dgm:spPr/>
      <dgm:t>
        <a:bodyPr/>
        <a:lstStyle/>
        <a:p>
          <a:endParaRPr lang="en-US"/>
        </a:p>
      </dgm:t>
    </dgm:pt>
    <dgm:pt modelId="{D94F5DBD-6AC1-4C22-B0C9-FA1D96291504}" type="sibTrans" cxnId="{3A8E56B9-0A80-43C2-A11B-1BF6133AEF07}">
      <dgm:prSet/>
      <dgm:spPr/>
      <dgm:t>
        <a:bodyPr/>
        <a:lstStyle/>
        <a:p>
          <a:endParaRPr lang="en-US"/>
        </a:p>
      </dgm:t>
    </dgm:pt>
    <dgm:pt modelId="{736D0810-424A-384D-893D-BB795361FFEF}" type="pres">
      <dgm:prSet presAssocID="{C17CAD9A-D804-4E2F-9408-3AC7F0E8F3C1}" presName="diagram" presStyleCnt="0">
        <dgm:presLayoutVars>
          <dgm:dir/>
          <dgm:resizeHandles val="exact"/>
        </dgm:presLayoutVars>
      </dgm:prSet>
      <dgm:spPr/>
    </dgm:pt>
    <dgm:pt modelId="{17AABDC9-F51C-7849-AF6F-007C82842CEF}" type="pres">
      <dgm:prSet presAssocID="{95FBB0E0-6CAC-4045-8783-4281AEBAB21D}" presName="node" presStyleLbl="node1" presStyleIdx="0" presStyleCnt="1">
        <dgm:presLayoutVars>
          <dgm:bulletEnabled val="1"/>
        </dgm:presLayoutVars>
      </dgm:prSet>
      <dgm:spPr/>
    </dgm:pt>
  </dgm:ptLst>
  <dgm:cxnLst>
    <dgm:cxn modelId="{9097961C-43CC-4D27-9D38-FE0793E1B058}" srcId="{95FBB0E0-6CAC-4045-8783-4281AEBAB21D}" destId="{3F943527-1381-42DB-A6D3-590BD5B8161F}" srcOrd="2" destOrd="0" parTransId="{DB892DE4-9F25-4B01-98D4-E7A9E6F13D40}" sibTransId="{12041536-6771-4FD4-A67A-B7B68BF93393}"/>
    <dgm:cxn modelId="{914C293B-80A3-714F-9432-92BCA87BDD68}" type="presOf" srcId="{C17CAD9A-D804-4E2F-9408-3AC7F0E8F3C1}" destId="{736D0810-424A-384D-893D-BB795361FFEF}" srcOrd="0" destOrd="0" presId="urn:microsoft.com/office/officeart/2005/8/layout/default"/>
    <dgm:cxn modelId="{4C66433D-4C98-9048-B24C-AA1F50EE5DF0}" type="presOf" srcId="{05B94540-43BC-44FF-8162-90058FD41686}" destId="{17AABDC9-F51C-7849-AF6F-007C82842CEF}" srcOrd="0" destOrd="2" presId="urn:microsoft.com/office/officeart/2005/8/layout/default"/>
    <dgm:cxn modelId="{D0E3FF4B-A965-6D4E-89AA-E2FA02737B98}" type="presOf" srcId="{3F943527-1381-42DB-A6D3-590BD5B8161F}" destId="{17AABDC9-F51C-7849-AF6F-007C82842CEF}" srcOrd="0" destOrd="3" presId="urn:microsoft.com/office/officeart/2005/8/layout/default"/>
    <dgm:cxn modelId="{E1442572-65A1-4FF2-800A-F21707CFDC4D}" srcId="{95FBB0E0-6CAC-4045-8783-4281AEBAB21D}" destId="{E305AA60-BD5A-424B-AFBC-6B7A8AF18484}" srcOrd="0" destOrd="0" parTransId="{EE8476DF-1542-434D-8656-1D5F082D958B}" sibTransId="{E5DF62E2-969C-417E-A59E-2131F2F3D41D}"/>
    <dgm:cxn modelId="{7CB66A94-AFD2-BE46-8142-4746A7981D8D}" type="presOf" srcId="{F3B43FF5-95DD-4EAA-990E-D690FB39BAC2}" destId="{17AABDC9-F51C-7849-AF6F-007C82842CEF}" srcOrd="0" destOrd="4" presId="urn:microsoft.com/office/officeart/2005/8/layout/default"/>
    <dgm:cxn modelId="{00FD3B9E-E5A0-43F6-BE8F-702F944100FD}" srcId="{C17CAD9A-D804-4E2F-9408-3AC7F0E8F3C1}" destId="{95FBB0E0-6CAC-4045-8783-4281AEBAB21D}" srcOrd="0" destOrd="0" parTransId="{11740157-1176-42E7-85BF-F9863FEFEE6F}" sibTransId="{71B18DC3-A520-4D10-8472-BA78B21A2BF2}"/>
    <dgm:cxn modelId="{65F433AD-D4B9-5547-90BE-4C4F9DDB525D}" type="presOf" srcId="{E305AA60-BD5A-424B-AFBC-6B7A8AF18484}" destId="{17AABDC9-F51C-7849-AF6F-007C82842CEF}" srcOrd="0" destOrd="1" presId="urn:microsoft.com/office/officeart/2005/8/layout/default"/>
    <dgm:cxn modelId="{3A8E56B9-0A80-43C2-A11B-1BF6133AEF07}" srcId="{95FBB0E0-6CAC-4045-8783-4281AEBAB21D}" destId="{F3B43FF5-95DD-4EAA-990E-D690FB39BAC2}" srcOrd="3" destOrd="0" parTransId="{808D1A4C-3F1C-434D-AE26-B414597123D3}" sibTransId="{D94F5DBD-6AC1-4C22-B0C9-FA1D96291504}"/>
    <dgm:cxn modelId="{219A03DA-A3FB-5843-A947-4C6D9FB4CA61}" type="presOf" srcId="{95FBB0E0-6CAC-4045-8783-4281AEBAB21D}" destId="{17AABDC9-F51C-7849-AF6F-007C82842CEF}" srcOrd="0" destOrd="0" presId="urn:microsoft.com/office/officeart/2005/8/layout/default"/>
    <dgm:cxn modelId="{3A5B9CEF-8765-4E5C-86A5-2B5EB67720B3}" srcId="{95FBB0E0-6CAC-4045-8783-4281AEBAB21D}" destId="{05B94540-43BC-44FF-8162-90058FD41686}" srcOrd="1" destOrd="0" parTransId="{63347088-E4E1-43AF-8FD3-F808F09FE4A6}" sibTransId="{E551F4E9-565B-457C-B632-D6F25810101F}"/>
    <dgm:cxn modelId="{F98F3B43-2F02-0841-93B5-C5D5BDFD91CB}" type="presParOf" srcId="{736D0810-424A-384D-893D-BB795361FFEF}" destId="{17AABDC9-F51C-7849-AF6F-007C82842CEF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7CA22B-E382-014B-9DF9-898FDD9C03B3}">
      <dsp:nvSpPr>
        <dsp:cNvPr id="0" name=""/>
        <dsp:cNvSpPr/>
      </dsp:nvSpPr>
      <dsp:spPr>
        <a:xfrm>
          <a:off x="0" y="428624"/>
          <a:ext cx="2857499" cy="17145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Alpha</a:t>
          </a:r>
        </a:p>
      </dsp:txBody>
      <dsp:txXfrm>
        <a:off x="0" y="428624"/>
        <a:ext cx="2857499" cy="1714500"/>
      </dsp:txXfrm>
    </dsp:sp>
    <dsp:sp modelId="{A57F73F4-AB38-DE46-A6BA-C2FFE3651040}">
      <dsp:nvSpPr>
        <dsp:cNvPr id="0" name=""/>
        <dsp:cNvSpPr/>
      </dsp:nvSpPr>
      <dsp:spPr>
        <a:xfrm>
          <a:off x="3143250" y="428624"/>
          <a:ext cx="2857499" cy="17145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Beta</a:t>
          </a:r>
        </a:p>
      </dsp:txBody>
      <dsp:txXfrm>
        <a:off x="3143250" y="428624"/>
        <a:ext cx="2857499" cy="1714500"/>
      </dsp:txXfrm>
    </dsp:sp>
    <dsp:sp modelId="{F211DF5E-C99D-6E40-AA59-E41D9F464C4E}">
      <dsp:nvSpPr>
        <dsp:cNvPr id="0" name=""/>
        <dsp:cNvSpPr/>
      </dsp:nvSpPr>
      <dsp:spPr>
        <a:xfrm>
          <a:off x="6286500" y="428624"/>
          <a:ext cx="2857499" cy="17145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Gamma</a:t>
          </a:r>
        </a:p>
      </dsp:txBody>
      <dsp:txXfrm>
        <a:off x="6286500" y="428624"/>
        <a:ext cx="2857499" cy="1714500"/>
      </dsp:txXfrm>
    </dsp:sp>
    <dsp:sp modelId="{C9EC5676-DCFA-4B44-941E-8955DD7A8A52}">
      <dsp:nvSpPr>
        <dsp:cNvPr id="0" name=""/>
        <dsp:cNvSpPr/>
      </dsp:nvSpPr>
      <dsp:spPr>
        <a:xfrm>
          <a:off x="1571625" y="2428875"/>
          <a:ext cx="2857499" cy="17145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Delta</a:t>
          </a:r>
        </a:p>
      </dsp:txBody>
      <dsp:txXfrm>
        <a:off x="1571625" y="2428875"/>
        <a:ext cx="2857499" cy="1714500"/>
      </dsp:txXfrm>
    </dsp:sp>
    <dsp:sp modelId="{C4AC8FBD-9CCD-E544-B740-3D9B9B28A5CF}">
      <dsp:nvSpPr>
        <dsp:cNvPr id="0" name=""/>
        <dsp:cNvSpPr/>
      </dsp:nvSpPr>
      <dsp:spPr>
        <a:xfrm>
          <a:off x="4714875" y="2428874"/>
          <a:ext cx="2857499" cy="17145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Epsilon</a:t>
          </a:r>
        </a:p>
      </dsp:txBody>
      <dsp:txXfrm>
        <a:off x="4714875" y="2428874"/>
        <a:ext cx="2857499" cy="1714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3E9DA-F9B6-9C49-98E6-3936D93C03B5}">
      <dsp:nvSpPr>
        <dsp:cNvPr id="0" name=""/>
        <dsp:cNvSpPr/>
      </dsp:nvSpPr>
      <dsp:spPr>
        <a:xfrm>
          <a:off x="882476" y="2009"/>
          <a:ext cx="3513832" cy="2108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Plan</a:t>
          </a:r>
        </a:p>
      </dsp:txBody>
      <dsp:txXfrm>
        <a:off x="882476" y="2009"/>
        <a:ext cx="3513832" cy="2108299"/>
      </dsp:txXfrm>
    </dsp:sp>
    <dsp:sp modelId="{30171842-C7FE-D640-8A73-57DC082BF404}">
      <dsp:nvSpPr>
        <dsp:cNvPr id="0" name=""/>
        <dsp:cNvSpPr/>
      </dsp:nvSpPr>
      <dsp:spPr>
        <a:xfrm>
          <a:off x="4747691" y="2009"/>
          <a:ext cx="3513832" cy="2108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Build</a:t>
          </a:r>
        </a:p>
      </dsp:txBody>
      <dsp:txXfrm>
        <a:off x="4747691" y="2009"/>
        <a:ext cx="3513832" cy="2108299"/>
      </dsp:txXfrm>
    </dsp:sp>
    <dsp:sp modelId="{5B69D8E7-A71D-DB4D-AECC-CA4283BACD43}">
      <dsp:nvSpPr>
        <dsp:cNvPr id="0" name=""/>
        <dsp:cNvSpPr/>
      </dsp:nvSpPr>
      <dsp:spPr>
        <a:xfrm>
          <a:off x="2815083" y="2461691"/>
          <a:ext cx="3513832" cy="2108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Ship</a:t>
          </a:r>
        </a:p>
      </dsp:txBody>
      <dsp:txXfrm>
        <a:off x="2815083" y="2461691"/>
        <a:ext cx="3513832" cy="21082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8A4BBC-19EA-5F47-B7F2-3F32AF850447}">
      <dsp:nvSpPr>
        <dsp:cNvPr id="0" name=""/>
        <dsp:cNvSpPr/>
      </dsp:nvSpPr>
      <dsp:spPr>
        <a:xfrm>
          <a:off x="882476" y="2009"/>
          <a:ext cx="3513832" cy="2108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Read</a:t>
          </a:r>
        </a:p>
      </dsp:txBody>
      <dsp:txXfrm>
        <a:off x="882476" y="2009"/>
        <a:ext cx="3513832" cy="2108299"/>
      </dsp:txXfrm>
    </dsp:sp>
    <dsp:sp modelId="{2FE5951F-5467-8E4C-ACEC-43F5F4469B21}">
      <dsp:nvSpPr>
        <dsp:cNvPr id="0" name=""/>
        <dsp:cNvSpPr/>
      </dsp:nvSpPr>
      <dsp:spPr>
        <a:xfrm>
          <a:off x="4747691" y="2009"/>
          <a:ext cx="3513832" cy="2108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Resolve</a:t>
          </a:r>
        </a:p>
      </dsp:txBody>
      <dsp:txXfrm>
        <a:off x="4747691" y="2009"/>
        <a:ext cx="3513832" cy="2108299"/>
      </dsp:txXfrm>
    </dsp:sp>
    <dsp:sp modelId="{DAE09108-8E3C-E649-9DCE-83A99D5572B8}">
      <dsp:nvSpPr>
        <dsp:cNvPr id="0" name=""/>
        <dsp:cNvSpPr/>
      </dsp:nvSpPr>
      <dsp:spPr>
        <a:xfrm>
          <a:off x="882476" y="2461691"/>
          <a:ext cx="3513832" cy="2108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Write</a:t>
          </a:r>
        </a:p>
      </dsp:txBody>
      <dsp:txXfrm>
        <a:off x="882476" y="2461691"/>
        <a:ext cx="3513832" cy="2108299"/>
      </dsp:txXfrm>
    </dsp:sp>
    <dsp:sp modelId="{160DD287-00A8-BB4B-AC40-84C4DAA3F1A0}">
      <dsp:nvSpPr>
        <dsp:cNvPr id="0" name=""/>
        <dsp:cNvSpPr/>
      </dsp:nvSpPr>
      <dsp:spPr>
        <a:xfrm>
          <a:off x="4747691" y="2461691"/>
          <a:ext cx="3513832" cy="2108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Render</a:t>
          </a:r>
        </a:p>
      </dsp:txBody>
      <dsp:txXfrm>
        <a:off x="4747691" y="2461691"/>
        <a:ext cx="3513832" cy="21082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97155F-BC81-2A4E-8E97-B38FF296F70C}">
      <dsp:nvSpPr>
        <dsp:cNvPr id="0" name=""/>
        <dsp:cNvSpPr/>
      </dsp:nvSpPr>
      <dsp:spPr>
        <a:xfrm>
          <a:off x="763488" y="892"/>
          <a:ext cx="7617023" cy="45702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t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/>
            <a:t>Board</a:t>
          </a:r>
        </a:p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600" kern="1200"/>
            <a:t>Design</a:t>
          </a:r>
        </a:p>
        <a:p>
          <a:pPr marL="571500" lvl="2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600" kern="1200"/>
            <a:t>Fonts</a:t>
          </a:r>
        </a:p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600" kern="1200"/>
            <a:t>Engineering</a:t>
          </a:r>
        </a:p>
        <a:p>
          <a:pPr marL="571500" lvl="2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600" kern="1200"/>
            <a:t>Engine</a:t>
          </a:r>
        </a:p>
      </dsp:txBody>
      <dsp:txXfrm>
        <a:off x="763488" y="892"/>
        <a:ext cx="7617023" cy="45702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350A91-6646-4C45-9895-F381CFF903AE}">
      <dsp:nvSpPr>
        <dsp:cNvPr id="0" name=""/>
        <dsp:cNvSpPr/>
      </dsp:nvSpPr>
      <dsp:spPr>
        <a:xfrm>
          <a:off x="882476" y="2009"/>
          <a:ext cx="3513832" cy="2108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/>
            <a:t>First point</a:t>
          </a:r>
        </a:p>
      </dsp:txBody>
      <dsp:txXfrm>
        <a:off x="882476" y="2009"/>
        <a:ext cx="3513832" cy="2108299"/>
      </dsp:txXfrm>
    </dsp:sp>
    <dsp:sp modelId="{84DF5951-E835-2849-863F-049826E02DA4}">
      <dsp:nvSpPr>
        <dsp:cNvPr id="0" name=""/>
        <dsp:cNvSpPr/>
      </dsp:nvSpPr>
      <dsp:spPr>
        <a:xfrm>
          <a:off x="4747691" y="2009"/>
          <a:ext cx="3513832" cy="2108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/>
            <a:t>Second point</a:t>
          </a:r>
        </a:p>
      </dsp:txBody>
      <dsp:txXfrm>
        <a:off x="4747691" y="2009"/>
        <a:ext cx="3513832" cy="2108299"/>
      </dsp:txXfrm>
    </dsp:sp>
    <dsp:sp modelId="{5FF9D9C6-216B-9F44-A70C-A7D544ADC8CB}">
      <dsp:nvSpPr>
        <dsp:cNvPr id="0" name=""/>
        <dsp:cNvSpPr/>
      </dsp:nvSpPr>
      <dsp:spPr>
        <a:xfrm>
          <a:off x="2815083" y="2461691"/>
          <a:ext cx="3513832" cy="2108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/>
            <a:t>Third point</a:t>
          </a:r>
        </a:p>
      </dsp:txBody>
      <dsp:txXfrm>
        <a:off x="2815083" y="2461691"/>
        <a:ext cx="3513832" cy="21082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D1B209-7B57-524D-8058-A35E14562B1A}">
      <dsp:nvSpPr>
        <dsp:cNvPr id="0" name=""/>
        <dsp:cNvSpPr/>
      </dsp:nvSpPr>
      <dsp:spPr>
        <a:xfrm>
          <a:off x="882476" y="2009"/>
          <a:ext cx="3513832" cy="2108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Vision</a:t>
          </a:r>
        </a:p>
      </dsp:txBody>
      <dsp:txXfrm>
        <a:off x="882476" y="2009"/>
        <a:ext cx="3513832" cy="2108299"/>
      </dsp:txXfrm>
    </dsp:sp>
    <dsp:sp modelId="{201FB5AF-8FFF-C748-8D0E-1A6A05C519F1}">
      <dsp:nvSpPr>
        <dsp:cNvPr id="0" name=""/>
        <dsp:cNvSpPr/>
      </dsp:nvSpPr>
      <dsp:spPr>
        <a:xfrm>
          <a:off x="4747691" y="2009"/>
          <a:ext cx="3513832" cy="2108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Strategy</a:t>
          </a:r>
        </a:p>
      </dsp:txBody>
      <dsp:txXfrm>
        <a:off x="4747691" y="2009"/>
        <a:ext cx="3513832" cy="2108299"/>
      </dsp:txXfrm>
    </dsp:sp>
    <dsp:sp modelId="{2169B660-61A6-284E-819B-2276582AE440}">
      <dsp:nvSpPr>
        <dsp:cNvPr id="0" name=""/>
        <dsp:cNvSpPr/>
      </dsp:nvSpPr>
      <dsp:spPr>
        <a:xfrm>
          <a:off x="2815083" y="2461691"/>
          <a:ext cx="3513832" cy="2108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Tactics</a:t>
          </a:r>
        </a:p>
      </dsp:txBody>
      <dsp:txXfrm>
        <a:off x="2815083" y="2461691"/>
        <a:ext cx="3513832" cy="21082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00C22E-7BF2-DC4F-BC28-338F1E4BDC8A}">
      <dsp:nvSpPr>
        <dsp:cNvPr id="0" name=""/>
        <dsp:cNvSpPr/>
      </dsp:nvSpPr>
      <dsp:spPr>
        <a:xfrm>
          <a:off x="882476" y="2009"/>
          <a:ext cx="3513832" cy="2108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Print</a:t>
          </a:r>
        </a:p>
      </dsp:txBody>
      <dsp:txXfrm>
        <a:off x="882476" y="2009"/>
        <a:ext cx="3513832" cy="2108299"/>
      </dsp:txXfrm>
    </dsp:sp>
    <dsp:sp modelId="{1EBB5701-1EDC-0049-85C9-BD6D61CB4F9B}">
      <dsp:nvSpPr>
        <dsp:cNvPr id="0" name=""/>
        <dsp:cNvSpPr/>
      </dsp:nvSpPr>
      <dsp:spPr>
        <a:xfrm>
          <a:off x="4747691" y="2009"/>
          <a:ext cx="3513832" cy="2108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Screen</a:t>
          </a:r>
        </a:p>
      </dsp:txBody>
      <dsp:txXfrm>
        <a:off x="4747691" y="2009"/>
        <a:ext cx="3513832" cy="2108299"/>
      </dsp:txXfrm>
    </dsp:sp>
    <dsp:sp modelId="{3D79129A-3CC7-2B46-8AF5-4DB1D542A6B5}">
      <dsp:nvSpPr>
        <dsp:cNvPr id="0" name=""/>
        <dsp:cNvSpPr/>
      </dsp:nvSpPr>
      <dsp:spPr>
        <a:xfrm>
          <a:off x="2815083" y="2461691"/>
          <a:ext cx="3513832" cy="21082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Slides</a:t>
          </a:r>
        </a:p>
      </dsp:txBody>
      <dsp:txXfrm>
        <a:off x="2815083" y="2461691"/>
        <a:ext cx="3513832" cy="210829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AABDC9-F51C-7849-AF6F-007C82842CEF}">
      <dsp:nvSpPr>
        <dsp:cNvPr id="0" name=""/>
        <dsp:cNvSpPr/>
      </dsp:nvSpPr>
      <dsp:spPr>
        <a:xfrm>
          <a:off x="763488" y="892"/>
          <a:ext cx="7617023" cy="45702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t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/>
            <a:t>Core</a:t>
          </a:r>
        </a:p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600" kern="1200"/>
            <a:t>Draw</a:t>
          </a:r>
        </a:p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600" kern="1200"/>
            <a:t>Sheet</a:t>
          </a:r>
        </a:p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600" kern="1200"/>
            <a:t>Slide</a:t>
          </a:r>
        </a:p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600" kern="1200"/>
            <a:t>Web</a:t>
          </a:r>
        </a:p>
      </dsp:txBody>
      <dsp:txXfrm>
        <a:off x="763488" y="892"/>
        <a:ext cx="7617023" cy="45702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61D0B1-D9DD-FE61-6949-5DBB3252E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368B85-0795-B2B0-0390-EDD9D6D8B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0C8BA9-7480-F8FC-CADC-907961223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090E-A43C-CB4C-8FF3-A2FE46807055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8A51BB-ED58-6525-EB6D-5D7CEAD13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24BCE6-6566-229E-DE07-3AAD31157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092-76CF-714E-8BB6-38F9A96B34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5949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3B1DF4-086E-6C0E-D995-78DE2E361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8EAD83-675F-C18B-37FC-4A00DBC74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84F60E-D975-E4CF-3154-D2709A72C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090E-A43C-CB4C-8FF3-A2FE46807055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813C9C-F55E-5F37-C2FC-B7B7D8CC7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06645A-DFA7-A295-89C0-0138547F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092-76CF-714E-8BB6-38F9A96B34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6323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EB8E05-80E0-D1E0-12E8-45B7B7EF2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C2BA6A-A5CC-9AE4-020C-D89EEFEB7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99660A-BDAA-4FEB-3FF7-E4AFC18D2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090E-A43C-CB4C-8FF3-A2FE46807055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4CB069-9BA2-26F4-91F5-048549D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F986F2-97DB-63F3-A19E-DEB5C53BB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092-76CF-714E-8BB6-38F9A96B34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425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81B206-A6CF-E6B5-4B2E-2E7B090E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6DA33E-D160-B026-9C9F-D4DF34571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8D69D8-386A-3FD5-5B63-FCDA5C445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BC07C4-B223-4DB0-995D-5367D01C0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090E-A43C-CB4C-8FF3-A2FE46807055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F5CF67-9FEB-BB42-BF35-8FC80C376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10C41A-A393-EEB9-1CCF-7E0D7964D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092-76CF-714E-8BB6-38F9A96B34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7956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4D0C09-CBD0-4953-C1BD-A3F09D904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DC1CD60-9475-0909-C48F-9C15B3C0E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843E86-58DB-97C0-1219-20737876A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0C0400E-E69B-D14C-EB36-1549E7E97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D4EA626-0652-721C-AE1C-B47BF13D1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7E51C23-9921-C932-7D06-FCC6ED0D4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090E-A43C-CB4C-8FF3-A2FE46807055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9E9241D-C1F2-1982-B060-41FE37AE3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B7DC218-9FBD-22E2-68C4-917C90FD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092-76CF-714E-8BB6-38F9A96B34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7586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F83916-BD84-0E16-150B-471301DD1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E97441-2F71-EDC5-EDEC-57A9989E4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090E-A43C-CB4C-8FF3-A2FE46807055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A2F0C84-1E36-0555-608E-C189B779E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399BD2B-99E9-3B32-3C06-6BD2D8AD6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092-76CF-714E-8BB6-38F9A96B34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812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8D0CE1-A3F7-A410-B9F5-A612142B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090E-A43C-CB4C-8FF3-A2FE46807055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032936E-4F4F-F944-C048-2A86F465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5F157A-0569-D590-CD4B-DEDB74A5A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092-76CF-714E-8BB6-38F9A96B34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125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5EB992-046D-5F7D-04F1-D9DC46B65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72326E-4AF9-C99B-3640-8C1D645DF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474D17-E8FE-5A23-BC25-EE4279E30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4C10D2-F28E-F4FE-BE18-51DA2B90A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090E-A43C-CB4C-8FF3-A2FE46807055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77F049-2C7D-1C13-88C6-7CA4BA3A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D21BE8-1BB0-082D-3452-DEC553FAF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092-76CF-714E-8BB6-38F9A96B34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520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F654F4-2F6C-6926-A2D3-7203FAA97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208BC70-EFF0-F942-E271-152C83EEA96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79962F9-AA58-2B42-0B19-1D372B7BA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D9DB7C-E1CD-C199-1CCC-4A8A6F91A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090E-A43C-CB4C-8FF3-A2FE46807055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BE2EF17-7AA3-DF3A-CF1C-486384B27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AC9F83-A0DC-C7EA-5051-8E882C306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092-76CF-714E-8BB6-38F9A96B34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91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2945DE-3432-0BA3-1376-432A7E16F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91C4AF3-EE82-5459-643D-D530B1409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B4437D-D642-A404-9C17-B484C174D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090E-A43C-CB4C-8FF3-A2FE46807055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341E02-06D3-01C4-D83C-BC093F59D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1E41E5-42CB-ABB5-FC3E-C7CE92FB3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092-76CF-714E-8BB6-38F9A96B34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8529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9CB3672-AF80-019F-886B-AE3F9E371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C5A7D4-77B6-1A9F-01DE-353E8E90C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EA10E4-292E-BB9B-14D4-0525771B0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D090E-A43C-CB4C-8FF3-A2FE46807055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B395E3-1CC6-A743-5573-972E2A5D3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BA5FF4-C375-AF73-5534-6295D941A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3092-76CF-714E-8BB6-38F9A96B34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2338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9092868-DE07-C9EB-68F8-57641B349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289CA3-DA13-AE41-DFE9-A6BA81E5F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2CEC03-DF3C-7765-94A6-B16571FCE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8D090E-A43C-CB4C-8FF3-A2FE46807055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BA7A9F-9404-A76F-0353-33F5839A95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892200-14CC-E14E-5A75-11ECD545D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73092-76CF-714E-8BB6-38F9A96B34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314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Diagram 1"/>
          <p:cNvGraphicFramePr/>
          <p:nvPr/>
        </p:nvGraphicFramePr>
        <p:xfrm>
          <a:off x="1270000" y="1270000"/>
          <a:ext cx="9144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1101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Diagram 2"/>
          <p:cNvGraphicFramePr/>
          <p:nvPr/>
        </p:nvGraphicFramePr>
        <p:xfrm>
          <a:off x="1270000" y="1270000"/>
          <a:ext cx="9144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724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Diagram 3"/>
          <p:cNvGraphicFramePr/>
          <p:nvPr/>
        </p:nvGraphicFramePr>
        <p:xfrm>
          <a:off x="1270000" y="1270000"/>
          <a:ext cx="9144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3508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Diagram 4"/>
          <p:cNvGraphicFramePr/>
          <p:nvPr/>
        </p:nvGraphicFramePr>
        <p:xfrm>
          <a:off x="1270000" y="1270000"/>
          <a:ext cx="9144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378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Diagram 5"/>
          <p:cNvGraphicFramePr/>
          <p:nvPr/>
        </p:nvGraphicFramePr>
        <p:xfrm>
          <a:off x="1270000" y="1270000"/>
          <a:ext cx="9144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4200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Diagram 6"/>
          <p:cNvGraphicFramePr/>
          <p:nvPr/>
        </p:nvGraphicFramePr>
        <p:xfrm>
          <a:off x="1270000" y="1270000"/>
          <a:ext cx="9144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7941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Diagram 7"/>
          <p:cNvGraphicFramePr/>
          <p:nvPr/>
        </p:nvGraphicFramePr>
        <p:xfrm>
          <a:off x="1270000" y="1270000"/>
          <a:ext cx="9144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2489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Diagram 8"/>
          <p:cNvGraphicFramePr/>
          <p:nvPr/>
        </p:nvGraphicFramePr>
        <p:xfrm>
          <a:off x="1270000" y="1270000"/>
          <a:ext cx="9144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6364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Macintosh PowerPoint</Application>
  <PresentationFormat>Breitbild</PresentationFormat>
  <Paragraphs>31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1</cp:revision>
  <dcterms:created xsi:type="dcterms:W3CDTF">2026-10-06T02:58:25Z</dcterms:created>
  <dcterms:modified xsi:type="dcterms:W3CDTF">2026-10-06T02:58:26Z</dcterms:modified>
</cp:coreProperties>
</file>