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Caveat" pitchFamily="2" charset="0"/>
      <p:regular r:id="rId3"/>
      <p:bold r:id="rId4"/>
    </p:embeddedFont>
    <p:embeddedFont>
      <p:font typeface="Gloria Hallelujah" panose="02000000000000000000" pitchFamily="2" charset="0"/>
      <p:regular r:id="rId5"/>
    </p:embeddedFont>
    <p:embeddedFont>
      <p:font typeface="Lato" panose="020F0502020204030203" pitchFamily="34" charset="77"/>
      <p:regular r:id="rId6"/>
      <p:bold r:id="rId7"/>
      <p:italic r:id="rId8"/>
      <p:boldItalic r:id="rId9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F11831-DA6D-4289-9344-C393DF605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5F45053-39DB-4625-393D-99074DD71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75AA68-11AE-8C1F-1A7C-52CA8A18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7E238C-D435-1856-5B07-6EF90F30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5A695C-D4B0-255B-7306-3993E98C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62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42F84-5B05-155B-5065-71948EB2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42C5B2-319D-BF69-C7D6-83B500AC0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44A011-BAC9-FDDE-72F1-6DBB28CE7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7213D9-9A35-8465-2D17-B3F5B3C0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DD6673-3921-727F-2058-56F4A573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55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D18D8-92F2-7945-A721-6D31C1A9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96621E-7872-C910-37D7-15E2DCE23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984003-8B17-7538-9997-A820EAD6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D2C18A-423F-678E-B633-C747C8D3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9399D-E70F-41A4-EC8D-E5BBA23B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660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7A21E9-8C8B-335D-0F96-6297226A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773145-4135-CCAB-EFA1-4013F7729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E9C826-BEF6-93DC-B59E-13F341128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783C86-ADD8-D903-492E-55131E1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09BA47-4A4F-1192-F392-38CDBE51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F1F924-A6DD-F085-7EE5-8999BFB0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856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56EE4-E17E-3F7A-7FEC-311F3FB9F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856DD7-0C10-FD89-E383-124EC4F9C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91420-CA74-E375-DF58-6B0F9720D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D623067-F388-1B9D-5AE8-C3B06E777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A3F79A-BAB0-4898-0FCA-4BFA565A4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B30B943-67D4-98A4-6BC3-9DB91661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4960B1-7B45-4146-DBF7-C7EBA9F9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D6494D4-5AA3-E416-BF34-824900F0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36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68C9F-C6E8-B6C9-9D11-51EAE69D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23F860-2BA4-71B8-B06D-6C324901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189BA9-0032-A5D7-D756-BB6F9F46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63663D-0D99-DAF6-1C0E-FCC71D417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257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48B858E-1BE8-9241-3EEA-8291B98E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86027A-6042-88D7-23AB-83E88152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067998-D888-7ADE-509F-205C3FEBB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402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746DE3-1520-82EB-3CDE-1895E736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F32B96-8511-3296-A6C9-02D8D8539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6C4150-3DCA-4206-42BE-B8FADA0EC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72A04E-8839-0C1C-80A6-F79E6820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A946AA-6F0F-1BAE-2F2C-5A2D35194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F9FE93-530C-5A0E-7FD8-F6679347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175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945753-1A54-EE96-2819-67B896A8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B731EE6-7CE4-0352-FCC4-17D7B76939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F66182-1000-9545-0E48-5B7E6B483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D50248-2846-9EE0-79AC-1E63C69D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DDC618-BCD4-D8DC-1DF4-940BA257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1DA838-7A79-8261-E001-4D45A313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88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34CBA-369A-8833-9A8A-E3F0F870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1CEE2A-3433-82B3-628F-6076AB2D0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709893-DB0F-110C-0388-D592C1406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7DE0E1-5556-F2CE-E247-FE806A5D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B26C57-1811-7BDA-9190-D8232360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859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B26D920-32D7-1B97-6CC2-5DB7B642F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D37AA1-E6FE-D870-3FA7-8F7858D6C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D6253C-4098-7375-5C24-A4304AB3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E3CB9D-AF8E-7616-C289-C53AE4B43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F00E66-8B2B-61B7-F518-55E981EC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012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AF86E1-08EE-685F-445E-F29F4253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DBD6FE-1F35-2F08-801B-FA73C4C0A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2EFD45-E232-F92D-6557-62B0CCBDE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DBE72-A0C9-C443-BF31-33719C9E9176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057383-24DB-38A3-2C65-61FC3CB25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51A665-07E7-2756-ECE7-1E0B99E86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BC08D-1CFA-BF40-9779-1815AE8D2C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220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ce 1">
            <a:extLst>
              <a:ext uri="{FF2B5EF4-FFF2-40B4-BE49-F238E27FC236}">
                <a16:creationId xmlns:a16="http://schemas.microsoft.com/office/drawing/2014/main" id="{7BF21306-C6CF-D349-B63C-F2F4B2C8ABD3}"/>
              </a:ext>
            </a:extLst>
          </p:cNvPr>
          <p:cNvSpPr/>
          <p:nvPr/>
        </p:nvSpPr>
        <p:spPr>
          <a:xfrm>
            <a:off x="381000" y="2540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>
                <a:solidFill>
                  <a:srgbClr val="000000"/>
                </a:solidFill>
                <a:latin typeface="Lato" panose="020F0502020204030203" pitchFamily="34" charset="77"/>
              </a:rPr>
              <a:t>The quick brown fox jumps over the lazy dog</a:t>
            </a:r>
          </a:p>
          <a:p>
            <a:r>
              <a:rPr lang="de-DE" sz="1600">
                <a:solidFill>
                  <a:srgbClr val="000000"/>
                </a:solidFill>
                <a:latin typeface="Lato" panose="020F0502020204030203" pitchFamily="34" charset="77"/>
              </a:rPr>
              <a:t>SPHINX OF BLACK QUARTZ, JUDGE MY VOW</a:t>
            </a:r>
          </a:p>
          <a:p>
            <a:r>
              <a:rPr lang="de-DE" sz="1600">
                <a:solidFill>
                  <a:srgbClr val="000000"/>
                </a:solidFill>
                <a:latin typeface="Lato" panose="020F0502020204030203" pitchFamily="34" charset="77"/>
              </a:rPr>
              <a:t>0123456789 .,;:!?&amp;@()</a:t>
            </a:r>
          </a:p>
        </p:txBody>
      </p:sp>
      <p:sp>
        <p:nvSpPr>
          <p:cNvPr id="3" name="Face 2">
            <a:extLst>
              <a:ext uri="{FF2B5EF4-FFF2-40B4-BE49-F238E27FC236}">
                <a16:creationId xmlns:a16="http://schemas.microsoft.com/office/drawing/2014/main" id="{85E6E35E-7746-BEF4-46CC-35ECE560DC94}"/>
              </a:ext>
            </a:extLst>
          </p:cNvPr>
          <p:cNvSpPr/>
          <p:nvPr/>
        </p:nvSpPr>
        <p:spPr>
          <a:xfrm>
            <a:off x="381000" y="13335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 b="1">
                <a:solidFill>
                  <a:srgbClr val="000000"/>
                </a:solidFill>
                <a:latin typeface="Lato" panose="020F0502020204030203" pitchFamily="34" charset="77"/>
              </a:rPr>
              <a:t>The quick brown fox jumps over the lazy dog</a:t>
            </a:r>
          </a:p>
          <a:p>
            <a:r>
              <a:rPr lang="de-DE" sz="1600" b="1">
                <a:solidFill>
                  <a:srgbClr val="000000"/>
                </a:solidFill>
                <a:latin typeface="Lato" panose="020F0502020204030203" pitchFamily="34" charset="77"/>
              </a:rPr>
              <a:t>SPHINX OF BLACK QUARTZ, JUDGE MY VOW</a:t>
            </a:r>
          </a:p>
          <a:p>
            <a:r>
              <a:rPr lang="de-DE" sz="1600" b="1">
                <a:solidFill>
                  <a:srgbClr val="000000"/>
                </a:solidFill>
                <a:latin typeface="Lato" panose="020F0502020204030203" pitchFamily="34" charset="77"/>
              </a:rPr>
              <a:t>0123456789 .,;:!?&amp;@()</a:t>
            </a:r>
          </a:p>
        </p:txBody>
      </p:sp>
      <p:sp>
        <p:nvSpPr>
          <p:cNvPr id="4" name="Face 3">
            <a:extLst>
              <a:ext uri="{FF2B5EF4-FFF2-40B4-BE49-F238E27FC236}">
                <a16:creationId xmlns:a16="http://schemas.microsoft.com/office/drawing/2014/main" id="{981C81AD-D44F-7796-5DAB-E4BD6F100336}"/>
              </a:ext>
            </a:extLst>
          </p:cNvPr>
          <p:cNvSpPr/>
          <p:nvPr/>
        </p:nvSpPr>
        <p:spPr>
          <a:xfrm>
            <a:off x="381000" y="24130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 i="1">
                <a:solidFill>
                  <a:srgbClr val="000000"/>
                </a:solidFill>
                <a:latin typeface="Lato" panose="020F0502020204030203" pitchFamily="34" charset="77"/>
              </a:rPr>
              <a:t>The quick brown fox jumps over the lazy dog</a:t>
            </a:r>
          </a:p>
          <a:p>
            <a:r>
              <a:rPr lang="de-DE" sz="1600" i="1">
                <a:solidFill>
                  <a:srgbClr val="000000"/>
                </a:solidFill>
                <a:latin typeface="Lato" panose="020F0502020204030203" pitchFamily="34" charset="77"/>
              </a:rPr>
              <a:t>SPHINX OF BLACK QUARTZ, JUDGE MY VOW</a:t>
            </a:r>
          </a:p>
          <a:p>
            <a:r>
              <a:rPr lang="de-DE" sz="1600" i="1">
                <a:solidFill>
                  <a:srgbClr val="000000"/>
                </a:solidFill>
                <a:latin typeface="Lato" panose="020F0502020204030203" pitchFamily="34" charset="77"/>
              </a:rPr>
              <a:t>0123456789 .,;:!?&amp;@()</a:t>
            </a:r>
          </a:p>
        </p:txBody>
      </p:sp>
      <p:sp>
        <p:nvSpPr>
          <p:cNvPr id="5" name="Face 4">
            <a:extLst>
              <a:ext uri="{FF2B5EF4-FFF2-40B4-BE49-F238E27FC236}">
                <a16:creationId xmlns:a16="http://schemas.microsoft.com/office/drawing/2014/main" id="{D23F3EEE-CF9A-19AD-2BCE-0AA2F9BF031A}"/>
              </a:ext>
            </a:extLst>
          </p:cNvPr>
          <p:cNvSpPr/>
          <p:nvPr/>
        </p:nvSpPr>
        <p:spPr>
          <a:xfrm>
            <a:off x="381000" y="34925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 b="1" i="1">
                <a:solidFill>
                  <a:srgbClr val="000000"/>
                </a:solidFill>
                <a:latin typeface="Lato" panose="020F0502020204030203" pitchFamily="34" charset="77"/>
              </a:rPr>
              <a:t>The quick brown fox jumps over the lazy dog</a:t>
            </a:r>
          </a:p>
          <a:p>
            <a:r>
              <a:rPr lang="de-DE" sz="1600" b="1" i="1">
                <a:solidFill>
                  <a:srgbClr val="000000"/>
                </a:solidFill>
                <a:latin typeface="Lato" panose="020F0502020204030203" pitchFamily="34" charset="77"/>
              </a:rPr>
              <a:t>SPHINX OF BLACK QUARTZ, JUDGE MY VOW</a:t>
            </a:r>
          </a:p>
          <a:p>
            <a:r>
              <a:rPr lang="de-DE" sz="1600" b="1" i="1">
                <a:solidFill>
                  <a:srgbClr val="000000"/>
                </a:solidFill>
                <a:latin typeface="Lato" panose="020F0502020204030203" pitchFamily="34" charset="77"/>
              </a:rPr>
              <a:t>0123456789 .,;:!?&amp;@()</a:t>
            </a:r>
          </a:p>
        </p:txBody>
      </p:sp>
      <p:sp>
        <p:nvSpPr>
          <p:cNvPr id="6" name="Face 5">
            <a:extLst>
              <a:ext uri="{FF2B5EF4-FFF2-40B4-BE49-F238E27FC236}">
                <a16:creationId xmlns:a16="http://schemas.microsoft.com/office/drawing/2014/main" id="{45C34E7F-68A8-9AAF-5A03-ABB6FCE8C99E}"/>
              </a:ext>
            </a:extLst>
          </p:cNvPr>
          <p:cNvSpPr/>
          <p:nvPr/>
        </p:nvSpPr>
        <p:spPr>
          <a:xfrm>
            <a:off x="381000" y="45720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>
                <a:solidFill>
                  <a:srgbClr val="000000"/>
                </a:solidFill>
                <a:latin typeface="Gloria Hallelujah" panose="02000000000000000000" pitchFamily="2" charset="0"/>
              </a:rPr>
              <a:t>The quick brown fox jumps over the lazy dog</a:t>
            </a:r>
          </a:p>
          <a:p>
            <a:r>
              <a:rPr lang="de-DE" sz="1600">
                <a:solidFill>
                  <a:srgbClr val="000000"/>
                </a:solidFill>
                <a:latin typeface="Gloria Hallelujah" panose="02000000000000000000" pitchFamily="2" charset="0"/>
              </a:rPr>
              <a:t>SPHINX OF BLACK QUARTZ, JUDGE MY VOW</a:t>
            </a:r>
          </a:p>
          <a:p>
            <a:r>
              <a:rPr lang="de-DE" sz="1600">
                <a:solidFill>
                  <a:srgbClr val="000000"/>
                </a:solidFill>
                <a:latin typeface="Gloria Hallelujah" panose="02000000000000000000" pitchFamily="2" charset="0"/>
              </a:rPr>
              <a:t>0123456789 .,;:!?&amp;@()</a:t>
            </a:r>
          </a:p>
        </p:txBody>
      </p:sp>
      <p:sp>
        <p:nvSpPr>
          <p:cNvPr id="7" name="Face 6">
            <a:extLst>
              <a:ext uri="{FF2B5EF4-FFF2-40B4-BE49-F238E27FC236}">
                <a16:creationId xmlns:a16="http://schemas.microsoft.com/office/drawing/2014/main" id="{59D4A3E1-93BF-8B34-E23A-164D4017AA79}"/>
              </a:ext>
            </a:extLst>
          </p:cNvPr>
          <p:cNvSpPr/>
          <p:nvPr/>
        </p:nvSpPr>
        <p:spPr>
          <a:xfrm>
            <a:off x="381000" y="56515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>
                <a:solidFill>
                  <a:srgbClr val="000000"/>
                </a:solidFill>
                <a:latin typeface="Caveat" pitchFamily="2" charset="0"/>
              </a:rPr>
              <a:t>The quick brown fox jumps over the lazy dog</a:t>
            </a:r>
          </a:p>
          <a:p>
            <a:r>
              <a:rPr lang="de-DE" sz="1600">
                <a:solidFill>
                  <a:srgbClr val="000000"/>
                </a:solidFill>
                <a:latin typeface="Caveat" pitchFamily="2" charset="0"/>
              </a:rPr>
              <a:t>SPHINX OF BLACK QUARTZ, JUDGE MY VOW</a:t>
            </a:r>
          </a:p>
          <a:p>
            <a:r>
              <a:rPr lang="de-DE" sz="1600">
                <a:solidFill>
                  <a:srgbClr val="000000"/>
                </a:solidFill>
                <a:latin typeface="Caveat" pitchFamily="2" charset="0"/>
              </a:rPr>
              <a:t>0123456789 .,;:!?&amp;@()</a:t>
            </a:r>
          </a:p>
        </p:txBody>
      </p:sp>
    </p:spTree>
    <p:extLst>
      <p:ext uri="{BB962C8B-B14F-4D97-AF65-F5344CB8AC3E}">
        <p14:creationId xmlns:p14="http://schemas.microsoft.com/office/powerpoint/2010/main" val="2318780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Macintosh PowerPoint</Application>
  <PresentationFormat>Breitbild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Lato</vt:lpstr>
      <vt:lpstr>Gloria Hallelujah</vt:lpstr>
      <vt:lpstr>Aptos Display</vt:lpstr>
      <vt:lpstr>Arial</vt:lpstr>
      <vt:lpstr>Aptos</vt:lpstr>
      <vt:lpstr>Caveat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2</cp:revision>
  <dcterms:created xsi:type="dcterms:W3CDTF">2026-10-14T08:07:09Z</dcterms:created>
  <dcterms:modified xsi:type="dcterms:W3CDTF">2026-10-14T08:07:33Z</dcterms:modified>
</cp:coreProperties>
</file>