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3A358-B2B7-EB32-5EA0-49859BC2E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606307-555B-210C-3E0B-6834D446E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6090A-6E64-3A94-40F1-E00D7314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DF723E-7024-E6D7-1350-1E88C816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19DA2F-C01A-893A-AE63-13CFE3E2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368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7E9E0-93F0-202A-694C-11B4A59A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257FE0-8D6E-70C5-0A16-C5697B08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16474-BB9D-26B7-0951-A3667A7E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D47CE1-07CC-8F8F-A020-3FF0D967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D624E7-A97A-1EF4-2A68-7AD6F548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56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DB8F8-0AE6-E4BC-FB16-9A17D951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33B60C-88DD-93EA-09F3-A7ACED7EC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A27BB-1359-6BF7-5807-1C08CDD6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5163D1-B2B0-ED04-ED6C-D5082EB3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204B94-82BD-4B39-52B8-089D9D02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22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C5FB0-6A28-3017-7C04-1EE88E09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4EF117-1BCA-5424-F4B5-CB62F5DF3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EC9621-90C6-C635-8889-7020AF388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974BF5-0AB0-CEBE-D2F1-A6B85B34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532B26-9F55-3439-5C6D-2C1787BE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B5BAA7-5AEE-4A0E-C6B6-A94645A2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97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C8C49-B693-AA5E-908F-2980DDE3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8ADC6B-4D0E-28CB-8050-48FC4902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05A871-7F7D-5D24-4DB6-9F1B417E8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282B07-387D-3AE1-DF97-5FB04FA5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67A88EE-3933-C12E-BD4D-4569B5B89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87744E-8EA8-B2B7-4132-CB1576B5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B4EF35D-DAAC-51AA-BB6D-05D50D5C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D239F1C-6243-8070-46A2-7603A0D7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52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26EBC-E216-C959-2E98-F0669DCA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45C46D-CE87-CE99-1B73-B276BA42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571F4-73F6-AC97-3270-F05E3E33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EB529B-20FC-CB2E-057D-645D06B2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91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A31796-6605-756C-5143-9AF60A1A5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B8FFC9-379E-8E04-A207-94AF73BD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69B731-1AD0-1D73-F749-0B1F521B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82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CCD033-6C65-FDC6-16F7-90E86526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F3449-BC51-F20F-FE0F-640BF2062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571A38-E688-E2AA-C297-8E361DDD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110230-E863-D3C2-7F60-35DAF79F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F9791B-32D0-DF97-657D-5112CDD3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45E0CF-CEC6-81E3-64FB-B7E6BEBD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25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7E83C-3BE2-E1F1-A35C-09364679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1AEC30-CC1F-B954-3147-A49F6645A06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2CF791-BF0A-B66E-3C2C-FF20B245F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D30A98-2B91-ABFE-6FFD-34E4B753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E6F3E1-CC91-C8E4-21D1-014F6AE3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75C4F0-538D-99E0-36AE-E71A2D28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9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922A2-92AD-9B01-A3DD-BC6D1A40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1C09AC-2A6B-037E-FB6A-ABF18326E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4E5B7E-3921-046F-15A2-7D677FFE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66BC3-E06E-828C-F7C1-A5915AAE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43E6E0-1224-1372-529A-FFCFA88D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09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E4311F-8259-A923-DE88-549A768AC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016DE9-743E-2C76-B077-7F945978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A0363C-B063-ECDE-DD21-5DABB71E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DDDE95-890C-A1D1-F950-3401F7E0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6E504B-288B-4EB8-94F0-B9BD7D80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9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A7F95F-D83F-A208-4162-7FAFCC61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AD6D65-4AA8-AFEE-FA94-73DCA2823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91866-5AD9-E829-B398-3838745AB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06BAF-69CF-8B47-B98E-0FEE8ADB5A04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3633F9-0193-CAC6-25CB-0F50F61FC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BC9B0A-6156-D0CC-4AFA-61152BA83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D6E2C-7C42-8544-B9F1-4978737E9A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16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Medium Style 2 - Accent 1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Medium Style 2 - Accent 1 all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19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Light Style 1 - Accent 1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Light Style 3 - Accent 1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75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Medium Style 1 - Accent 1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Medium Style 3 - Accent 1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11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Medium Style 4 - Accent 1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Dark Style 1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54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Dark Style 2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No Style, Table Grid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17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Medium Style 2 - Accent 2 columns"/>
          <p:cNvGraphicFramePr>
            <a:graphicFrameLocks noGrp="1"/>
          </p:cNvGraphicFramePr>
          <p:nvPr/>
        </p:nvGraphicFramePr>
        <p:xfrm>
          <a:off x="508000" y="1524000"/>
          <a:ext cx="5080000" cy="1524000"/>
        </p:xfrm>
        <a:graphic>
          <a:graphicData uri="http://schemas.openxmlformats.org/drawingml/2006/table">
            <a:tbl>
              <a:tblPr firstCol="1" bandCol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Medium Style 2 no options"/>
          <p:cNvGraphicFramePr>
            <a:graphicFrameLocks noGrp="1"/>
          </p:cNvGraphicFramePr>
          <p:nvPr/>
        </p:nvGraphicFramePr>
        <p:xfrm>
          <a:off x="6350000" y="1524000"/>
          <a:ext cx="5080000" cy="1524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44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Macintosh PowerPoint</Application>
  <PresentationFormat>Breitbild</PresentationFormat>
  <Paragraphs>192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2026-10-06T02:32:11Z</dcterms:created>
  <dcterms:modified xsi:type="dcterms:W3CDTF">2026-10-06T02:32:17Z</dcterms:modified>
</cp:coreProperties>
</file>