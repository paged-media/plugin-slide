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DB501-826F-4549-8883-90AAFEB7CDC1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79C54-A31C-2245-8EC9-19DDD7B2B6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86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Speaker notes for the list slide.</a:t>
            </a:r>
          </a:p>
          <a:p>
            <a:r>
              <a:rPr lang="de-DE"/>
              <a:t>Second line of notes.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79C54-A31C-2245-8EC9-19DDD7B2B60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4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786D2-07BA-40D5-917B-94992714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A94152-522E-BABC-BF47-824E21B8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72A906-5BE1-1948-6990-34FCD86F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5A913-F2DB-EA4E-EB88-10B07688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9619B-E079-0C1D-36BB-8C2CB32C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80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29FE5-ABE8-B31B-89D7-9772EDC7D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FABA41-5A5B-7E0E-8D4E-9BE3610D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091D7D-C146-51A1-2872-977E2C3D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E287E-35ED-B978-B461-D0930A2D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C151E1-9DD8-CE13-7EEF-B19D415D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532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3B485-7ADB-7CC7-A712-E2CE605A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0BA05-65D7-68C0-4412-A69DA201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D374B2-8416-4F7B-1C61-1D544424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BAF871-AB64-1DC3-C1F7-F3A5B994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9F2081-F09C-ED2A-A29B-B325D03E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74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1E812D-6B5A-74BF-A7EA-861BCC9D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BAA538-BF84-1B08-20A4-BFA83B9F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B931FE-D874-45AA-B240-370083C78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D4670E-0AAE-E191-E842-B651047C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8059A0-0AAE-766F-2470-C8A88F70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BBD612-667F-51E5-DE9B-948A8839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671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3BED4-339A-1BE1-C508-5D40B5793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480282-802E-80D0-B1A0-75BC1FA8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9D73BD-7F1B-1886-21FA-AD0D00777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24260D-B28A-33FD-C51B-99088CBA4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A216383-B9FD-25F1-4E60-4E24FC8D0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1C73A5-51AD-FF88-3370-CC6FC00C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7EA243-28CA-35F7-1F24-A06915BF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3435C0B-8FA8-51B7-F8D3-73E44AA9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49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3409B0-E827-9D18-FC00-DAC96F79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5B0433-4F44-87FD-20F8-0037B9DE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EA2EB6-5CDC-FF9F-FAD3-A408A364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2E5C9B-39F9-1A23-4F58-44FBA65C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87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50A9F5-37A1-9E87-779D-8CE81CB1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D14B88-8E92-28B5-B24D-9A33CEB5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DE14A3-713C-D3B4-FAFC-652454A1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60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DF3960-7A61-8D57-7489-963C9221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84E7BF-56D6-81E4-4CA6-30A8E68EB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DC133E-44AD-885D-76EF-5CAF2608E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9FB01D-ACE0-D5B1-79C3-ADDD7659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D46D24-0B9D-AD9F-8D7E-C7D5A891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AEB0EA-BF84-A2B4-E9C5-D7E3D35F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84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345AC-E758-09F9-570B-C55AA0E5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FCE822-212A-386D-FBE1-91988FC76D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8E3479-8D67-6DC3-2F9F-D0B66266A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0D7701-CB36-4F6F-3E79-3CBAD0D2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EF5F1C-0E7B-8596-CA7B-C5C4D53A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9EBB5-CBED-DB89-E9F8-A48954F1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81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13B36-4DDB-17FC-2DC6-C8D588CE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33B00F-2749-4D02-554C-2F4D8F496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AF01F4-9C16-DBDD-A4FB-567E5F46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3023BD-FC8D-F044-49D2-1CB4D7CF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039C26-3A65-7443-A1DC-82A69B28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600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4FC9F9-B8E4-B610-F500-ADEE5B436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4BD8EA-87B1-6273-E0EA-1DC49D5BE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D81C54-AB56-24B5-A611-23D017B1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7C7726-41A4-8E34-D206-623E54FA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20AB8-521D-9452-8BB8-DC2BEDCE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890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F7679-A0AD-F8D9-9014-1C7FCD2E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154135-4408-7B0E-B3DF-CE41DC275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5A5829-2E1D-854E-A74D-CDEF7EC9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37385F-6FE3-3F89-FAC8-ACB50B83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2CED34-E6FC-04D0-3879-3BB2254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56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C2D2A72-7ED9-5373-51DF-6558BBBB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AE50C3-695C-8401-6F98-F7D02639C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F2D753-FC99-EF03-DE6F-7DCFFBA32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6A9D4-1567-0F42-A923-F8FF8650D70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BD0752-03BA-EDBD-61FF-E290F39CA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56FF65-0737-0ECE-3B7E-4A45FF026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3A8C4-608F-9347-97EB-AEBFE83343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83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B973090-B8C1-6D9C-78F5-B5BCD383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List levels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696926-899A-0A0E-2422-06A870045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Level one</a:t>
            </a:r>
          </a:p>
          <a:p>
            <a:pPr lvl="1"/>
            <a:r>
              <a:rPr lang="de-DE"/>
              <a:t>Level two</a:t>
            </a:r>
          </a:p>
          <a:p>
            <a:pPr lvl="2"/>
            <a:r>
              <a:rPr lang="de-DE"/>
              <a:t>Level three</a:t>
            </a:r>
          </a:p>
          <a:p>
            <a:pPr lvl="3"/>
            <a:r>
              <a:rPr lang="de-DE"/>
              <a:t>Level four</a:t>
            </a:r>
          </a:p>
          <a:p>
            <a:pPr lvl="4"/>
            <a:r>
              <a:rPr lang="de-DE"/>
              <a:t>Level five</a:t>
            </a:r>
          </a:p>
          <a:p>
            <a:r>
              <a:rPr lang="de-DE"/>
              <a:t>Back to one</a:t>
            </a:r>
          </a:p>
        </p:txBody>
      </p:sp>
    </p:spTree>
    <p:extLst>
      <p:ext uri="{BB962C8B-B14F-4D97-AF65-F5344CB8AC3E}">
        <p14:creationId xmlns:p14="http://schemas.microsoft.com/office/powerpoint/2010/main" val="395208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ign left">
            <a:extLst>
              <a:ext uri="{FF2B5EF4-FFF2-40B4-BE49-F238E27FC236}">
                <a16:creationId xmlns:a16="http://schemas.microsoft.com/office/drawing/2014/main" id="{344FBF1B-45D0-D693-AB0B-0484A1F6BC9E}"/>
              </a:ext>
            </a:extLst>
          </p:cNvPr>
          <p:cNvSpPr/>
          <p:nvPr/>
        </p:nvSpPr>
        <p:spPr>
          <a:xfrm>
            <a:off x="381000" y="381000"/>
            <a:ext cx="2667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/>
              <a:t>Align left: the quick brown fox jumps over the lazy dog, twice over, to wrap.</a:t>
            </a:r>
          </a:p>
        </p:txBody>
      </p:sp>
      <p:sp>
        <p:nvSpPr>
          <p:cNvPr id="3" name="align center">
            <a:extLst>
              <a:ext uri="{FF2B5EF4-FFF2-40B4-BE49-F238E27FC236}">
                <a16:creationId xmlns:a16="http://schemas.microsoft.com/office/drawing/2014/main" id="{7BCA0EFE-82A1-57ED-4E79-D97BC846DFFF}"/>
              </a:ext>
            </a:extLst>
          </p:cNvPr>
          <p:cNvSpPr/>
          <p:nvPr/>
        </p:nvSpPr>
        <p:spPr>
          <a:xfrm>
            <a:off x="3238500" y="381000"/>
            <a:ext cx="2667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Align center: the quick brown fox jumps over the lazy dog, twice over, to wrap.</a:t>
            </a:r>
          </a:p>
        </p:txBody>
      </p:sp>
      <p:sp>
        <p:nvSpPr>
          <p:cNvPr id="4" name="align right">
            <a:extLst>
              <a:ext uri="{FF2B5EF4-FFF2-40B4-BE49-F238E27FC236}">
                <a16:creationId xmlns:a16="http://schemas.microsoft.com/office/drawing/2014/main" id="{5D199FF2-CF35-5C77-8FAD-2C4733040876}"/>
              </a:ext>
            </a:extLst>
          </p:cNvPr>
          <p:cNvSpPr/>
          <p:nvPr/>
        </p:nvSpPr>
        <p:spPr>
          <a:xfrm>
            <a:off x="6096000" y="381000"/>
            <a:ext cx="2667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/>
              <a:t>Align right: the quick brown fox jumps over the lazy dog, twice over, to wrap.</a:t>
            </a:r>
          </a:p>
        </p:txBody>
      </p:sp>
      <p:sp>
        <p:nvSpPr>
          <p:cNvPr id="5" name="align justify">
            <a:extLst>
              <a:ext uri="{FF2B5EF4-FFF2-40B4-BE49-F238E27FC236}">
                <a16:creationId xmlns:a16="http://schemas.microsoft.com/office/drawing/2014/main" id="{2AACE42B-6CEE-2DB3-4E01-40990C089676}"/>
              </a:ext>
            </a:extLst>
          </p:cNvPr>
          <p:cNvSpPr/>
          <p:nvPr/>
        </p:nvSpPr>
        <p:spPr>
          <a:xfrm>
            <a:off x="8953500" y="381000"/>
            <a:ext cx="2667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/>
              <a:t>Align justify: the quick brown fox jumps over the lazy dog, twice over, to wrap.</a:t>
            </a:r>
          </a:p>
        </p:txBody>
      </p:sp>
      <p:sp>
        <p:nvSpPr>
          <p:cNvPr id="6" name="spacing">
            <a:extLst>
              <a:ext uri="{FF2B5EF4-FFF2-40B4-BE49-F238E27FC236}">
                <a16:creationId xmlns:a16="http://schemas.microsoft.com/office/drawing/2014/main" id="{F9059E89-596C-F740-40B5-40A25FA48E43}"/>
              </a:ext>
            </a:extLst>
          </p:cNvPr>
          <p:cNvSpPr/>
          <p:nvPr/>
        </p:nvSpPr>
        <p:spPr>
          <a:xfrm>
            <a:off x="381000" y="2794000"/>
            <a:ext cx="5334000" cy="355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de-DE"/>
              <a:t>Line spacing 1.5 and 12 pt before.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de-DE"/>
              <a:t>Second paragraph with the same spacing, long enough to wrap onto a second line.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de-DE"/>
              <a:t>Third.</a:t>
            </a:r>
          </a:p>
        </p:txBody>
      </p:sp>
      <p:sp>
        <p:nvSpPr>
          <p:cNvPr id="7" name="tight">
            <a:extLst>
              <a:ext uri="{FF2B5EF4-FFF2-40B4-BE49-F238E27FC236}">
                <a16:creationId xmlns:a16="http://schemas.microsoft.com/office/drawing/2014/main" id="{F9073FF8-C920-33B3-C539-4B2A78597B24}"/>
              </a:ext>
            </a:extLst>
          </p:cNvPr>
          <p:cNvSpPr/>
          <p:nvPr/>
        </p:nvSpPr>
        <p:spPr>
          <a:xfrm>
            <a:off x="6096000" y="2794000"/>
            <a:ext cx="5334000" cy="355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  <a:spcAft>
                <a:spcPts val="600"/>
              </a:spcAft>
            </a:pPr>
            <a:r>
              <a:rPr lang="de-DE"/>
              <a:t>Line spacing 0.8 and 6 pt after.</a:t>
            </a:r>
          </a:p>
          <a:p>
            <a:pPr algn="ctr">
              <a:lnSpc>
                <a:spcPct val="80000"/>
              </a:lnSpc>
              <a:spcAft>
                <a:spcPts val="600"/>
              </a:spcAft>
            </a:pPr>
            <a:r>
              <a:rPr lang="de-DE"/>
              <a:t>Second paragraph with tight spacing, long enough to wrap onto a second line.</a:t>
            </a:r>
          </a:p>
          <a:p>
            <a:pPr algn="ctr">
              <a:lnSpc>
                <a:spcPct val="80000"/>
              </a:lnSpc>
              <a:spcAft>
                <a:spcPts val="600"/>
              </a:spcAft>
            </a:pPr>
            <a:r>
              <a:rPr lang="de-DE"/>
              <a:t>Third.</a:t>
            </a:r>
          </a:p>
        </p:txBody>
      </p:sp>
    </p:spTree>
    <p:extLst>
      <p:ext uri="{BB962C8B-B14F-4D97-AF65-F5344CB8AC3E}">
        <p14:creationId xmlns:p14="http://schemas.microsoft.com/office/powerpoint/2010/main" val="427475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B115ABB-5BD9-A414-690B-6340CCC26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Autofit shrink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79B96-1672-4451-855B-E83358B9F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de-DE"/>
              <a:t>Paragraph 1 of a body that overflows its placeholder</a:t>
            </a:r>
          </a:p>
          <a:p>
            <a:r>
              <a:rPr lang="de-DE"/>
              <a:t>Paragraph 2 of a body that overflows its placeholder</a:t>
            </a:r>
          </a:p>
          <a:p>
            <a:r>
              <a:rPr lang="de-DE"/>
              <a:t>Paragraph 3 of a body that overflows its placeholder</a:t>
            </a:r>
          </a:p>
          <a:p>
            <a:r>
              <a:rPr lang="de-DE"/>
              <a:t>Paragraph 4 of a body that overflows its placeholder</a:t>
            </a:r>
          </a:p>
          <a:p>
            <a:r>
              <a:rPr lang="de-DE"/>
              <a:t>Paragraph 5 of a body that overflows its placeholder</a:t>
            </a:r>
          </a:p>
          <a:p>
            <a:r>
              <a:rPr lang="de-DE"/>
              <a:t>Paragraph 6 of a body that overflows its placeholder</a:t>
            </a:r>
          </a:p>
          <a:p>
            <a:r>
              <a:rPr lang="de-DE"/>
              <a:t>Paragraph 7 of a body that overflows its placeholder</a:t>
            </a:r>
          </a:p>
          <a:p>
            <a:r>
              <a:rPr lang="de-DE"/>
              <a:t>Paragraph 8 of a body that overflows its placeholder</a:t>
            </a:r>
          </a:p>
          <a:p>
            <a:r>
              <a:rPr lang="de-DE"/>
              <a:t>Paragraph 9 of a body that overflows its placeholder</a:t>
            </a:r>
          </a:p>
          <a:p>
            <a:r>
              <a:rPr lang="de-DE"/>
              <a:t>Paragraph 10 of a body that overflows its placeholder</a:t>
            </a:r>
          </a:p>
          <a:p>
            <a:r>
              <a:rPr lang="de-DE"/>
              <a:t>Paragraph 11 of a body that overflows its placeholder</a:t>
            </a:r>
          </a:p>
          <a:p>
            <a:r>
              <a:rPr lang="de-DE"/>
              <a:t>Paragraph 12 of a body that overflows its placeholder</a:t>
            </a:r>
          </a:p>
          <a:p>
            <a:r>
              <a:rPr lang="de-DE"/>
              <a:t>Paragraph 13 of a body that overflows its placeholder</a:t>
            </a:r>
          </a:p>
          <a:p>
            <a:r>
              <a:rPr lang="de-DE"/>
              <a:t>Paragraph 14 of a body that overflows its placeholder</a:t>
            </a:r>
          </a:p>
          <a:p>
            <a:r>
              <a:rPr lang="de-DE"/>
              <a:t>Paragraph 15 of a body that overflows its placeholder</a:t>
            </a:r>
          </a:p>
          <a:p>
            <a:r>
              <a:rPr lang="de-DE"/>
              <a:t>Paragraph 16 of a body that overflows its placeholder</a:t>
            </a:r>
          </a:p>
          <a:p>
            <a:r>
              <a:rPr lang="de-DE"/>
              <a:t>The end.</a:t>
            </a:r>
          </a:p>
        </p:txBody>
      </p:sp>
    </p:spTree>
    <p:extLst>
      <p:ext uri="{BB962C8B-B14F-4D97-AF65-F5344CB8AC3E}">
        <p14:creationId xmlns:p14="http://schemas.microsoft.com/office/powerpoint/2010/main" val="73738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chor top">
            <a:extLst>
              <a:ext uri="{FF2B5EF4-FFF2-40B4-BE49-F238E27FC236}">
                <a16:creationId xmlns:a16="http://schemas.microsoft.com/office/drawing/2014/main" id="{9244D6B4-08B3-7D3F-9100-706CAF115617}"/>
              </a:ext>
            </a:extLst>
          </p:cNvPr>
          <p:cNvSpPr/>
          <p:nvPr/>
        </p:nvSpPr>
        <p:spPr>
          <a:xfrm>
            <a:off x="381000" y="381000"/>
            <a:ext cx="3556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/>
              <a:t>Anchor top</a:t>
            </a:r>
          </a:p>
        </p:txBody>
      </p:sp>
      <p:sp>
        <p:nvSpPr>
          <p:cNvPr id="3" name="anchor middle">
            <a:extLst>
              <a:ext uri="{FF2B5EF4-FFF2-40B4-BE49-F238E27FC236}">
                <a16:creationId xmlns:a16="http://schemas.microsoft.com/office/drawing/2014/main" id="{A6CCFDC3-D56D-C5E4-DCBE-73CA4E976A87}"/>
              </a:ext>
            </a:extLst>
          </p:cNvPr>
          <p:cNvSpPr/>
          <p:nvPr/>
        </p:nvSpPr>
        <p:spPr>
          <a:xfrm>
            <a:off x="4191000" y="381000"/>
            <a:ext cx="3556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Anchor middle</a:t>
            </a:r>
          </a:p>
        </p:txBody>
      </p:sp>
      <p:sp>
        <p:nvSpPr>
          <p:cNvPr id="4" name="anchor bottom">
            <a:extLst>
              <a:ext uri="{FF2B5EF4-FFF2-40B4-BE49-F238E27FC236}">
                <a16:creationId xmlns:a16="http://schemas.microsoft.com/office/drawing/2014/main" id="{CFFA221C-B23F-F105-CC04-4C75D55F11A9}"/>
              </a:ext>
            </a:extLst>
          </p:cNvPr>
          <p:cNvSpPr/>
          <p:nvPr/>
        </p:nvSpPr>
        <p:spPr>
          <a:xfrm>
            <a:off x="8001000" y="381000"/>
            <a:ext cx="3556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/>
              <a:t>Anchor bottom</a:t>
            </a:r>
          </a:p>
        </p:txBody>
      </p:sp>
      <p:sp>
        <p:nvSpPr>
          <p:cNvPr id="5" name="margins">
            <a:extLst>
              <a:ext uri="{FF2B5EF4-FFF2-40B4-BE49-F238E27FC236}">
                <a16:creationId xmlns:a16="http://schemas.microsoft.com/office/drawing/2014/main" id="{8D5204E8-73C3-A754-A4DF-4A10B440CE23}"/>
              </a:ext>
            </a:extLst>
          </p:cNvPr>
          <p:cNvSpPr/>
          <p:nvPr/>
        </p:nvSpPr>
        <p:spPr>
          <a:xfrm>
            <a:off x="381000" y="3429000"/>
            <a:ext cx="5080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de-DE"/>
              <a:t>Margins 20 pt left, 10 pt top</a:t>
            </a:r>
          </a:p>
        </p:txBody>
      </p:sp>
      <p:sp>
        <p:nvSpPr>
          <p:cNvPr id="6" name="fit">
            <a:extLst>
              <a:ext uri="{FF2B5EF4-FFF2-40B4-BE49-F238E27FC236}">
                <a16:creationId xmlns:a16="http://schemas.microsoft.com/office/drawing/2014/main" id="{73AF85E0-5A10-F7A6-7EB9-5BDD8D7A49AE}"/>
              </a:ext>
            </a:extLst>
          </p:cNvPr>
          <p:cNvSpPr/>
          <p:nvPr/>
        </p:nvSpPr>
        <p:spPr>
          <a:xfrm>
            <a:off x="6096000" y="3221335"/>
            <a:ext cx="3810000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DE"/>
              <a:t>Shape grows to fit this text, which runs over several lines because the box is narrow.</a:t>
            </a:r>
          </a:p>
        </p:txBody>
      </p:sp>
    </p:spTree>
    <p:extLst>
      <p:ext uri="{BB962C8B-B14F-4D97-AF65-F5344CB8AC3E}">
        <p14:creationId xmlns:p14="http://schemas.microsoft.com/office/powerpoint/2010/main" val="156100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Macintosh PowerPoint</Application>
  <PresentationFormat>Breitbild</PresentationFormat>
  <Paragraphs>43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List levels</vt:lpstr>
      <vt:lpstr>PowerPoint-Präsentation</vt:lpstr>
      <vt:lpstr>Autofit shrink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2026-10-05T14:33:50Z</dcterms:created>
  <dcterms:modified xsi:type="dcterms:W3CDTF">2026-10-05T14:33:51Z</dcterms:modified>
</cp:coreProperties>
</file>