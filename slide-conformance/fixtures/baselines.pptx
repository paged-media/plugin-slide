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A330E-FFAE-0001-3465-45B45A9B3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1CF7B2-43E5-225F-91A1-99CE17E95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FA4AC0-1EA8-DE1C-7F22-D28615C7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0FEAFB-CA9F-E238-5E62-C32F9F31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E59F35-85A8-0369-4315-FF623D6D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3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0FC25-8DD9-5735-5A34-52F41FBB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5B1373-438E-3C63-2844-D0B98092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583EF-9D55-CAF0-A800-8AF506C5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B40E11-624B-257B-F317-BE4FAFB5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4ED6F7-57D3-9CFB-0AEA-F2590ECA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17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AEBF6-B7A7-D139-FB2B-D0F5A6F4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B8E719-777B-BC5E-5576-4550A79A1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9B548A-8C1A-3912-3518-5CBF10A3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907E52-006F-EAE8-8190-AEF9F01B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494527-6AD7-9637-B6BA-6BFEA9B6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62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441E06-C7D5-4C07-11AD-6D7F19B1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50097C-4BD5-7483-871C-1B4DAA2AC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AC6BF9-28ED-F0EA-5629-5CA0C90A8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7CE3E2-15D2-2F6B-3751-A42F0121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363DBF-34A7-E620-4402-0FAA6C7F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C094A9-0283-6567-226A-0047AAEB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20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0DFA4-1F13-5217-1FE0-AC43B197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AFF382-A5A7-A1A5-E2A1-176B5E235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0B279D-0EF8-1A2A-A519-87944FA64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FC4695A-8CE9-84BE-42FF-246C0A199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5F68B97-46DE-C8A0-0F4D-1E76A7ED3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57E411-58E0-15BE-A2B4-C1678461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67D94E-B2B2-8321-C66D-83B5970F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D66A89-48D0-B6FC-6413-C8AF995D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9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A25013-87A2-C9D3-D363-4491DC13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A510857-EFDE-2ED7-7245-3B970C3D7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CB4A5E-7918-3BB0-C336-1FE0F8D0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B493C5-65DF-95F7-0303-E9157F6C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61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1F0795-2D89-CB8C-DE64-5B4C12DA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46707C-F273-5D69-D49C-A5F3F355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1F6C0A-69CB-8628-703E-839B2A47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82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18FC0-154A-148F-C6B8-8D2A4237A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213D70-6133-B7EA-663F-EF3BBA0F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58BA5F-F57E-3F65-4573-78B9927A0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745496-E613-33D1-919C-0F457D26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FC0373-98DC-E7E9-BA15-0ABD66CA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330474-5528-AA89-B43A-2260EDB6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543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A4025-9FE5-B485-F96E-2926106B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A919D27-623C-F790-F975-C9E4074308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90810C-6494-F294-4233-6DBAC6B34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43F7AC-8FE4-69B0-2057-253B7AAC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2E2ADE-35A6-183F-07E3-4E8E4120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FDF196-42DB-938B-0D7F-8ABD477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69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24AB5-C89A-95E2-5D1D-D0180C8B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7A5A98-B942-13F6-8953-FFA43738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BC52DC-1999-0710-F12E-64A1D9FD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E7375-E31C-371E-9AB8-03EA213D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8CF54-3BCE-6DFE-DE5C-26DD9F7F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1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DF3912-0853-ED34-332C-80BFB9662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F2A510-0F24-FC7B-15D6-B58A2283B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118FE1-BA3A-74F6-66E2-F9673692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332BC6-A561-D16A-8116-AC7B4772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E073EE-B849-01E4-D598-341E1992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53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BFE8CA-B425-ABFA-88F5-CC283321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AEC4A6-B35D-145D-52C0-D620D34C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A1994C-BD0E-B461-4D96-0FD914F29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4E1FC-52E0-1947-BF32-47E4C756E39E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E3DCDE-CAA4-1431-E9AF-6F1AE5DE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F493AB-5751-FBAE-80FA-8A48A0978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FBEB4-4B5C-3142-8397-EB7A07523D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451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ibri 12 0,8">
            <a:extLst>
              <a:ext uri="{FF2B5EF4-FFF2-40B4-BE49-F238E27FC236}">
                <a16:creationId xmlns:a16="http://schemas.microsoft.com/office/drawing/2014/main" id="{B38F562B-0D93-55ED-CBC6-1C513D42775F}"/>
              </a:ext>
            </a:extLst>
          </p:cNvPr>
          <p:cNvSpPr/>
          <p:nvPr/>
        </p:nvSpPr>
        <p:spPr>
          <a:xfrm>
            <a:off x="254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3" name="Calibri 12 1,0">
            <a:extLst>
              <a:ext uri="{FF2B5EF4-FFF2-40B4-BE49-F238E27FC236}">
                <a16:creationId xmlns:a16="http://schemas.microsoft.com/office/drawing/2014/main" id="{7841B121-80F2-55F3-E5BB-81376910AB45}"/>
              </a:ext>
            </a:extLst>
          </p:cNvPr>
          <p:cNvSpPr/>
          <p:nvPr/>
        </p:nvSpPr>
        <p:spPr>
          <a:xfrm>
            <a:off x="3238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4" name="Calibri 12 1,2">
            <a:extLst>
              <a:ext uri="{FF2B5EF4-FFF2-40B4-BE49-F238E27FC236}">
                <a16:creationId xmlns:a16="http://schemas.microsoft.com/office/drawing/2014/main" id="{5F036831-3E43-1FE2-8898-8D3FF54E5484}"/>
              </a:ext>
            </a:extLst>
          </p:cNvPr>
          <p:cNvSpPr/>
          <p:nvPr/>
        </p:nvSpPr>
        <p:spPr>
          <a:xfrm>
            <a:off x="6223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5" name="Calibri 12 1,5">
            <a:extLst>
              <a:ext uri="{FF2B5EF4-FFF2-40B4-BE49-F238E27FC236}">
                <a16:creationId xmlns:a16="http://schemas.microsoft.com/office/drawing/2014/main" id="{0457E577-C195-120E-1228-79EF0A640DC9}"/>
              </a:ext>
            </a:extLst>
          </p:cNvPr>
          <p:cNvSpPr/>
          <p:nvPr/>
        </p:nvSpPr>
        <p:spPr>
          <a:xfrm>
            <a:off x="9207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6" name="Calibri 36 0,8">
            <a:extLst>
              <a:ext uri="{FF2B5EF4-FFF2-40B4-BE49-F238E27FC236}">
                <a16:creationId xmlns:a16="http://schemas.microsoft.com/office/drawing/2014/main" id="{26D8FD7E-DA85-E279-12E2-3C0DFB570952}"/>
              </a:ext>
            </a:extLst>
          </p:cNvPr>
          <p:cNvSpPr/>
          <p:nvPr/>
        </p:nvSpPr>
        <p:spPr>
          <a:xfrm>
            <a:off x="254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7" name="Calibri 36 1,0">
            <a:extLst>
              <a:ext uri="{FF2B5EF4-FFF2-40B4-BE49-F238E27FC236}">
                <a16:creationId xmlns:a16="http://schemas.microsoft.com/office/drawing/2014/main" id="{27731551-E078-C7F1-4129-882A248F9871}"/>
              </a:ext>
            </a:extLst>
          </p:cNvPr>
          <p:cNvSpPr/>
          <p:nvPr/>
        </p:nvSpPr>
        <p:spPr>
          <a:xfrm>
            <a:off x="3238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8" name="Calibri 36 1,2">
            <a:extLst>
              <a:ext uri="{FF2B5EF4-FFF2-40B4-BE49-F238E27FC236}">
                <a16:creationId xmlns:a16="http://schemas.microsoft.com/office/drawing/2014/main" id="{21D861F3-4454-AEAB-41C2-06542EB4F0D3}"/>
              </a:ext>
            </a:extLst>
          </p:cNvPr>
          <p:cNvSpPr/>
          <p:nvPr/>
        </p:nvSpPr>
        <p:spPr>
          <a:xfrm>
            <a:off x="6223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9" name="Calibri 36 1,5">
            <a:extLst>
              <a:ext uri="{FF2B5EF4-FFF2-40B4-BE49-F238E27FC236}">
                <a16:creationId xmlns:a16="http://schemas.microsoft.com/office/drawing/2014/main" id="{6886874A-DE9D-FBEF-AFDC-FB9F433951D1}"/>
              </a:ext>
            </a:extLst>
          </p:cNvPr>
          <p:cNvSpPr/>
          <p:nvPr/>
        </p:nvSpPr>
        <p:spPr>
          <a:xfrm>
            <a:off x="9207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10" name="Calibri 72 0,8">
            <a:extLst>
              <a:ext uri="{FF2B5EF4-FFF2-40B4-BE49-F238E27FC236}">
                <a16:creationId xmlns:a16="http://schemas.microsoft.com/office/drawing/2014/main" id="{04235DC9-58DC-2075-4D3A-B268B5329F08}"/>
              </a:ext>
            </a:extLst>
          </p:cNvPr>
          <p:cNvSpPr/>
          <p:nvPr/>
        </p:nvSpPr>
        <p:spPr>
          <a:xfrm>
            <a:off x="254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11" name="Calibri 72 1,0">
            <a:extLst>
              <a:ext uri="{FF2B5EF4-FFF2-40B4-BE49-F238E27FC236}">
                <a16:creationId xmlns:a16="http://schemas.microsoft.com/office/drawing/2014/main" id="{950C8D11-2E2D-8EA1-3A1F-C8014F21981B}"/>
              </a:ext>
            </a:extLst>
          </p:cNvPr>
          <p:cNvSpPr/>
          <p:nvPr/>
        </p:nvSpPr>
        <p:spPr>
          <a:xfrm>
            <a:off x="3238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12" name="Calibri 72 1,2">
            <a:extLst>
              <a:ext uri="{FF2B5EF4-FFF2-40B4-BE49-F238E27FC236}">
                <a16:creationId xmlns:a16="http://schemas.microsoft.com/office/drawing/2014/main" id="{30407731-9B58-1D03-60F6-2B145C627A90}"/>
              </a:ext>
            </a:extLst>
          </p:cNvPr>
          <p:cNvSpPr/>
          <p:nvPr/>
        </p:nvSpPr>
        <p:spPr>
          <a:xfrm>
            <a:off x="6223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  <p:sp>
        <p:nvSpPr>
          <p:cNvPr id="13" name="Calibri 72 1,5">
            <a:extLst>
              <a:ext uri="{FF2B5EF4-FFF2-40B4-BE49-F238E27FC236}">
                <a16:creationId xmlns:a16="http://schemas.microsoft.com/office/drawing/2014/main" id="{0E534F44-392B-94FF-442C-FD9B54215C01}"/>
              </a:ext>
            </a:extLst>
          </p:cNvPr>
          <p:cNvSpPr/>
          <p:nvPr/>
        </p:nvSpPr>
        <p:spPr>
          <a:xfrm>
            <a:off x="9207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Calibri" panose="020F0502020204030204" pitchFamily="34" charset="0"/>
              </a:rPr>
              <a:t>Hxg two</a:t>
            </a:r>
          </a:p>
        </p:txBody>
      </p:sp>
    </p:spTree>
    <p:extLst>
      <p:ext uri="{BB962C8B-B14F-4D97-AF65-F5344CB8AC3E}">
        <p14:creationId xmlns:p14="http://schemas.microsoft.com/office/powerpoint/2010/main" val="408839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tos 12 0,8">
            <a:extLst>
              <a:ext uri="{FF2B5EF4-FFF2-40B4-BE49-F238E27FC236}">
                <a16:creationId xmlns:a16="http://schemas.microsoft.com/office/drawing/2014/main" id="{3F73D44D-1A1B-BE1B-143B-754A3EA35B9E}"/>
              </a:ext>
            </a:extLst>
          </p:cNvPr>
          <p:cNvSpPr/>
          <p:nvPr/>
        </p:nvSpPr>
        <p:spPr>
          <a:xfrm>
            <a:off x="254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3" name="Aptos 12 1,0">
            <a:extLst>
              <a:ext uri="{FF2B5EF4-FFF2-40B4-BE49-F238E27FC236}">
                <a16:creationId xmlns:a16="http://schemas.microsoft.com/office/drawing/2014/main" id="{371EA5AC-3997-E8EE-1CD0-2223BC7CE0C4}"/>
              </a:ext>
            </a:extLst>
          </p:cNvPr>
          <p:cNvSpPr/>
          <p:nvPr/>
        </p:nvSpPr>
        <p:spPr>
          <a:xfrm>
            <a:off x="3238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4" name="Aptos 12 1,2">
            <a:extLst>
              <a:ext uri="{FF2B5EF4-FFF2-40B4-BE49-F238E27FC236}">
                <a16:creationId xmlns:a16="http://schemas.microsoft.com/office/drawing/2014/main" id="{1A345D1E-C5B9-A561-4576-F93F8F46AB4E}"/>
              </a:ext>
            </a:extLst>
          </p:cNvPr>
          <p:cNvSpPr/>
          <p:nvPr/>
        </p:nvSpPr>
        <p:spPr>
          <a:xfrm>
            <a:off x="6223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5" name="Aptos 12 1,5">
            <a:extLst>
              <a:ext uri="{FF2B5EF4-FFF2-40B4-BE49-F238E27FC236}">
                <a16:creationId xmlns:a16="http://schemas.microsoft.com/office/drawing/2014/main" id="{F61EB7A6-4898-3740-DD07-00361E240621}"/>
              </a:ext>
            </a:extLst>
          </p:cNvPr>
          <p:cNvSpPr/>
          <p:nvPr/>
        </p:nvSpPr>
        <p:spPr>
          <a:xfrm>
            <a:off x="9207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6" name="Aptos 36 0,8">
            <a:extLst>
              <a:ext uri="{FF2B5EF4-FFF2-40B4-BE49-F238E27FC236}">
                <a16:creationId xmlns:a16="http://schemas.microsoft.com/office/drawing/2014/main" id="{3D937C63-0431-364A-9917-F6392DBCF64D}"/>
              </a:ext>
            </a:extLst>
          </p:cNvPr>
          <p:cNvSpPr/>
          <p:nvPr/>
        </p:nvSpPr>
        <p:spPr>
          <a:xfrm>
            <a:off x="254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7" name="Aptos 36 1,0">
            <a:extLst>
              <a:ext uri="{FF2B5EF4-FFF2-40B4-BE49-F238E27FC236}">
                <a16:creationId xmlns:a16="http://schemas.microsoft.com/office/drawing/2014/main" id="{5D3A0C70-E01E-79D2-2FFA-D5E0F1AFE540}"/>
              </a:ext>
            </a:extLst>
          </p:cNvPr>
          <p:cNvSpPr/>
          <p:nvPr/>
        </p:nvSpPr>
        <p:spPr>
          <a:xfrm>
            <a:off x="3238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8" name="Aptos 36 1,2">
            <a:extLst>
              <a:ext uri="{FF2B5EF4-FFF2-40B4-BE49-F238E27FC236}">
                <a16:creationId xmlns:a16="http://schemas.microsoft.com/office/drawing/2014/main" id="{A766EE46-5545-39C0-9BBF-776058E43EF3}"/>
              </a:ext>
            </a:extLst>
          </p:cNvPr>
          <p:cNvSpPr/>
          <p:nvPr/>
        </p:nvSpPr>
        <p:spPr>
          <a:xfrm>
            <a:off x="6223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9" name="Aptos 36 1,5">
            <a:extLst>
              <a:ext uri="{FF2B5EF4-FFF2-40B4-BE49-F238E27FC236}">
                <a16:creationId xmlns:a16="http://schemas.microsoft.com/office/drawing/2014/main" id="{F3B11DE5-2F9A-672F-54D7-60DE2D3581B2}"/>
              </a:ext>
            </a:extLst>
          </p:cNvPr>
          <p:cNvSpPr/>
          <p:nvPr/>
        </p:nvSpPr>
        <p:spPr>
          <a:xfrm>
            <a:off x="9207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10" name="Aptos 72 0,8">
            <a:extLst>
              <a:ext uri="{FF2B5EF4-FFF2-40B4-BE49-F238E27FC236}">
                <a16:creationId xmlns:a16="http://schemas.microsoft.com/office/drawing/2014/main" id="{7046C52B-4B7B-3B21-E02E-8291E1526DB7}"/>
              </a:ext>
            </a:extLst>
          </p:cNvPr>
          <p:cNvSpPr/>
          <p:nvPr/>
        </p:nvSpPr>
        <p:spPr>
          <a:xfrm>
            <a:off x="254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11" name="Aptos 72 1,0">
            <a:extLst>
              <a:ext uri="{FF2B5EF4-FFF2-40B4-BE49-F238E27FC236}">
                <a16:creationId xmlns:a16="http://schemas.microsoft.com/office/drawing/2014/main" id="{BA279613-B14E-DCCC-CFFA-D09736C24D47}"/>
              </a:ext>
            </a:extLst>
          </p:cNvPr>
          <p:cNvSpPr/>
          <p:nvPr/>
        </p:nvSpPr>
        <p:spPr>
          <a:xfrm>
            <a:off x="3238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12" name="Aptos 72 1,2">
            <a:extLst>
              <a:ext uri="{FF2B5EF4-FFF2-40B4-BE49-F238E27FC236}">
                <a16:creationId xmlns:a16="http://schemas.microsoft.com/office/drawing/2014/main" id="{2F77A34F-EC3B-590A-95F0-6E6B6C980F1F}"/>
              </a:ext>
            </a:extLst>
          </p:cNvPr>
          <p:cNvSpPr/>
          <p:nvPr/>
        </p:nvSpPr>
        <p:spPr>
          <a:xfrm>
            <a:off x="6223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  <p:sp>
        <p:nvSpPr>
          <p:cNvPr id="13" name="Aptos 72 1,5">
            <a:extLst>
              <a:ext uri="{FF2B5EF4-FFF2-40B4-BE49-F238E27FC236}">
                <a16:creationId xmlns:a16="http://schemas.microsoft.com/office/drawing/2014/main" id="{2187AAD7-124F-E368-0270-B0C7AAEC0A5C}"/>
              </a:ext>
            </a:extLst>
          </p:cNvPr>
          <p:cNvSpPr/>
          <p:nvPr/>
        </p:nvSpPr>
        <p:spPr>
          <a:xfrm>
            <a:off x="9207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Aptos" panose="020B0004020202020204" pitchFamily="34" charset="0"/>
              </a:rPr>
              <a:t>Hxg two</a:t>
            </a:r>
          </a:p>
        </p:txBody>
      </p:sp>
    </p:spTree>
    <p:extLst>
      <p:ext uri="{BB962C8B-B14F-4D97-AF65-F5344CB8AC3E}">
        <p14:creationId xmlns:p14="http://schemas.microsoft.com/office/powerpoint/2010/main" val="1478436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ial 12 0,8">
            <a:extLst>
              <a:ext uri="{FF2B5EF4-FFF2-40B4-BE49-F238E27FC236}">
                <a16:creationId xmlns:a16="http://schemas.microsoft.com/office/drawing/2014/main" id="{22D91176-BAF4-7AC2-2F51-9C8FD9C991EC}"/>
              </a:ext>
            </a:extLst>
          </p:cNvPr>
          <p:cNvSpPr/>
          <p:nvPr/>
        </p:nvSpPr>
        <p:spPr>
          <a:xfrm>
            <a:off x="254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3" name="Arial 12 1,0">
            <a:extLst>
              <a:ext uri="{FF2B5EF4-FFF2-40B4-BE49-F238E27FC236}">
                <a16:creationId xmlns:a16="http://schemas.microsoft.com/office/drawing/2014/main" id="{A2F14284-E525-12AC-D01C-C43E7B4E9E0F}"/>
              </a:ext>
            </a:extLst>
          </p:cNvPr>
          <p:cNvSpPr/>
          <p:nvPr/>
        </p:nvSpPr>
        <p:spPr>
          <a:xfrm>
            <a:off x="3238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4" name="Arial 12 1,2">
            <a:extLst>
              <a:ext uri="{FF2B5EF4-FFF2-40B4-BE49-F238E27FC236}">
                <a16:creationId xmlns:a16="http://schemas.microsoft.com/office/drawing/2014/main" id="{D6CD53F3-54E5-BB16-E570-33E3CB387D07}"/>
              </a:ext>
            </a:extLst>
          </p:cNvPr>
          <p:cNvSpPr/>
          <p:nvPr/>
        </p:nvSpPr>
        <p:spPr>
          <a:xfrm>
            <a:off x="6223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5" name="Arial 12 1,5">
            <a:extLst>
              <a:ext uri="{FF2B5EF4-FFF2-40B4-BE49-F238E27FC236}">
                <a16:creationId xmlns:a16="http://schemas.microsoft.com/office/drawing/2014/main" id="{7BB5E507-F328-2B45-7AF3-381B15A7B7B5}"/>
              </a:ext>
            </a:extLst>
          </p:cNvPr>
          <p:cNvSpPr/>
          <p:nvPr/>
        </p:nvSpPr>
        <p:spPr>
          <a:xfrm>
            <a:off x="9207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6" name="Arial 36 0,8">
            <a:extLst>
              <a:ext uri="{FF2B5EF4-FFF2-40B4-BE49-F238E27FC236}">
                <a16:creationId xmlns:a16="http://schemas.microsoft.com/office/drawing/2014/main" id="{F359F4C2-20A0-54C0-E6D9-5A9769455B51}"/>
              </a:ext>
            </a:extLst>
          </p:cNvPr>
          <p:cNvSpPr/>
          <p:nvPr/>
        </p:nvSpPr>
        <p:spPr>
          <a:xfrm>
            <a:off x="254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7" name="Arial 36 1,0">
            <a:extLst>
              <a:ext uri="{FF2B5EF4-FFF2-40B4-BE49-F238E27FC236}">
                <a16:creationId xmlns:a16="http://schemas.microsoft.com/office/drawing/2014/main" id="{FA707191-E38B-DDDF-AE1A-F948E6C9C608}"/>
              </a:ext>
            </a:extLst>
          </p:cNvPr>
          <p:cNvSpPr/>
          <p:nvPr/>
        </p:nvSpPr>
        <p:spPr>
          <a:xfrm>
            <a:off x="3238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8" name="Arial 36 1,2">
            <a:extLst>
              <a:ext uri="{FF2B5EF4-FFF2-40B4-BE49-F238E27FC236}">
                <a16:creationId xmlns:a16="http://schemas.microsoft.com/office/drawing/2014/main" id="{0A6489D5-406F-14CD-6FC8-6E5B663706BF}"/>
              </a:ext>
            </a:extLst>
          </p:cNvPr>
          <p:cNvSpPr/>
          <p:nvPr/>
        </p:nvSpPr>
        <p:spPr>
          <a:xfrm>
            <a:off x="6223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9" name="Arial 36 1,5">
            <a:extLst>
              <a:ext uri="{FF2B5EF4-FFF2-40B4-BE49-F238E27FC236}">
                <a16:creationId xmlns:a16="http://schemas.microsoft.com/office/drawing/2014/main" id="{14DFAD63-5C30-F0A1-5FA5-F511563E4563}"/>
              </a:ext>
            </a:extLst>
          </p:cNvPr>
          <p:cNvSpPr/>
          <p:nvPr/>
        </p:nvSpPr>
        <p:spPr>
          <a:xfrm>
            <a:off x="9207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10" name="Arial 72 0,8">
            <a:extLst>
              <a:ext uri="{FF2B5EF4-FFF2-40B4-BE49-F238E27FC236}">
                <a16:creationId xmlns:a16="http://schemas.microsoft.com/office/drawing/2014/main" id="{0D5A8D2A-9558-D092-334A-C456E86C3DC5}"/>
              </a:ext>
            </a:extLst>
          </p:cNvPr>
          <p:cNvSpPr/>
          <p:nvPr/>
        </p:nvSpPr>
        <p:spPr>
          <a:xfrm>
            <a:off x="254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11" name="Arial 72 1,0">
            <a:extLst>
              <a:ext uri="{FF2B5EF4-FFF2-40B4-BE49-F238E27FC236}">
                <a16:creationId xmlns:a16="http://schemas.microsoft.com/office/drawing/2014/main" id="{ABEF4E97-12F9-DBF3-013E-5F02FCA1D60C}"/>
              </a:ext>
            </a:extLst>
          </p:cNvPr>
          <p:cNvSpPr/>
          <p:nvPr/>
        </p:nvSpPr>
        <p:spPr>
          <a:xfrm>
            <a:off x="3238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12" name="Arial 72 1,2">
            <a:extLst>
              <a:ext uri="{FF2B5EF4-FFF2-40B4-BE49-F238E27FC236}">
                <a16:creationId xmlns:a16="http://schemas.microsoft.com/office/drawing/2014/main" id="{21D50110-C68E-F89A-F7FF-1BFD12CB5C57}"/>
              </a:ext>
            </a:extLst>
          </p:cNvPr>
          <p:cNvSpPr/>
          <p:nvPr/>
        </p:nvSpPr>
        <p:spPr>
          <a:xfrm>
            <a:off x="6223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  <p:sp>
        <p:nvSpPr>
          <p:cNvPr id="13" name="Arial 72 1,5">
            <a:extLst>
              <a:ext uri="{FF2B5EF4-FFF2-40B4-BE49-F238E27FC236}">
                <a16:creationId xmlns:a16="http://schemas.microsoft.com/office/drawing/2014/main" id="{EDE42FBD-4709-13F1-7257-BEF089A1199C}"/>
              </a:ext>
            </a:extLst>
          </p:cNvPr>
          <p:cNvSpPr/>
          <p:nvPr/>
        </p:nvSpPr>
        <p:spPr>
          <a:xfrm>
            <a:off x="9207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Arial" panose="020B0604020202020204" pitchFamily="34" charset="0"/>
              </a:rPr>
              <a:t>Hxg two</a:t>
            </a:r>
          </a:p>
        </p:txBody>
      </p:sp>
    </p:spTree>
    <p:extLst>
      <p:ext uri="{BB962C8B-B14F-4D97-AF65-F5344CB8AC3E}">
        <p14:creationId xmlns:p14="http://schemas.microsoft.com/office/powerpoint/2010/main" val="106479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orgia 12 0,8">
            <a:extLst>
              <a:ext uri="{FF2B5EF4-FFF2-40B4-BE49-F238E27FC236}">
                <a16:creationId xmlns:a16="http://schemas.microsoft.com/office/drawing/2014/main" id="{3B814428-63F3-6009-1B9E-340FEBE12E89}"/>
              </a:ext>
            </a:extLst>
          </p:cNvPr>
          <p:cNvSpPr/>
          <p:nvPr/>
        </p:nvSpPr>
        <p:spPr>
          <a:xfrm>
            <a:off x="254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3" name="Georgia 12 1,0">
            <a:extLst>
              <a:ext uri="{FF2B5EF4-FFF2-40B4-BE49-F238E27FC236}">
                <a16:creationId xmlns:a16="http://schemas.microsoft.com/office/drawing/2014/main" id="{4EC20B96-5900-F620-DF06-BB79C8F0892F}"/>
              </a:ext>
            </a:extLst>
          </p:cNvPr>
          <p:cNvSpPr/>
          <p:nvPr/>
        </p:nvSpPr>
        <p:spPr>
          <a:xfrm>
            <a:off x="3238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4" name="Georgia 12 1,2">
            <a:extLst>
              <a:ext uri="{FF2B5EF4-FFF2-40B4-BE49-F238E27FC236}">
                <a16:creationId xmlns:a16="http://schemas.microsoft.com/office/drawing/2014/main" id="{E9068462-383C-F50E-93AB-AFF5DDFFD470}"/>
              </a:ext>
            </a:extLst>
          </p:cNvPr>
          <p:cNvSpPr/>
          <p:nvPr/>
        </p:nvSpPr>
        <p:spPr>
          <a:xfrm>
            <a:off x="6223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5" name="Georgia 12 1,5">
            <a:extLst>
              <a:ext uri="{FF2B5EF4-FFF2-40B4-BE49-F238E27FC236}">
                <a16:creationId xmlns:a16="http://schemas.microsoft.com/office/drawing/2014/main" id="{51653B63-D7E0-D8D7-6822-E040B16C8858}"/>
              </a:ext>
            </a:extLst>
          </p:cNvPr>
          <p:cNvSpPr/>
          <p:nvPr/>
        </p:nvSpPr>
        <p:spPr>
          <a:xfrm>
            <a:off x="9207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6" name="Georgia 36 0,8">
            <a:extLst>
              <a:ext uri="{FF2B5EF4-FFF2-40B4-BE49-F238E27FC236}">
                <a16:creationId xmlns:a16="http://schemas.microsoft.com/office/drawing/2014/main" id="{13F7960B-A2A6-4870-429B-A333102228EC}"/>
              </a:ext>
            </a:extLst>
          </p:cNvPr>
          <p:cNvSpPr/>
          <p:nvPr/>
        </p:nvSpPr>
        <p:spPr>
          <a:xfrm>
            <a:off x="254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7" name="Georgia 36 1,0">
            <a:extLst>
              <a:ext uri="{FF2B5EF4-FFF2-40B4-BE49-F238E27FC236}">
                <a16:creationId xmlns:a16="http://schemas.microsoft.com/office/drawing/2014/main" id="{7D7AEA36-D273-0E93-5678-6837804C6390}"/>
              </a:ext>
            </a:extLst>
          </p:cNvPr>
          <p:cNvSpPr/>
          <p:nvPr/>
        </p:nvSpPr>
        <p:spPr>
          <a:xfrm>
            <a:off x="3238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8" name="Georgia 36 1,2">
            <a:extLst>
              <a:ext uri="{FF2B5EF4-FFF2-40B4-BE49-F238E27FC236}">
                <a16:creationId xmlns:a16="http://schemas.microsoft.com/office/drawing/2014/main" id="{5B8EEFE0-5ABF-3477-4A54-49B1F38BA9E2}"/>
              </a:ext>
            </a:extLst>
          </p:cNvPr>
          <p:cNvSpPr/>
          <p:nvPr/>
        </p:nvSpPr>
        <p:spPr>
          <a:xfrm>
            <a:off x="6223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9" name="Georgia 36 1,5">
            <a:extLst>
              <a:ext uri="{FF2B5EF4-FFF2-40B4-BE49-F238E27FC236}">
                <a16:creationId xmlns:a16="http://schemas.microsoft.com/office/drawing/2014/main" id="{73BC0245-C2FF-CE79-C12E-E81F311BF032}"/>
              </a:ext>
            </a:extLst>
          </p:cNvPr>
          <p:cNvSpPr/>
          <p:nvPr/>
        </p:nvSpPr>
        <p:spPr>
          <a:xfrm>
            <a:off x="9207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10" name="Georgia 72 0,8">
            <a:extLst>
              <a:ext uri="{FF2B5EF4-FFF2-40B4-BE49-F238E27FC236}">
                <a16:creationId xmlns:a16="http://schemas.microsoft.com/office/drawing/2014/main" id="{22550271-F897-5CB1-FDEC-DE66F13538E6}"/>
              </a:ext>
            </a:extLst>
          </p:cNvPr>
          <p:cNvSpPr/>
          <p:nvPr/>
        </p:nvSpPr>
        <p:spPr>
          <a:xfrm>
            <a:off x="254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11" name="Georgia 72 1,0">
            <a:extLst>
              <a:ext uri="{FF2B5EF4-FFF2-40B4-BE49-F238E27FC236}">
                <a16:creationId xmlns:a16="http://schemas.microsoft.com/office/drawing/2014/main" id="{2A521E78-A74B-A089-26AE-8945EAC24D29}"/>
              </a:ext>
            </a:extLst>
          </p:cNvPr>
          <p:cNvSpPr/>
          <p:nvPr/>
        </p:nvSpPr>
        <p:spPr>
          <a:xfrm>
            <a:off x="3238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12" name="Georgia 72 1,2">
            <a:extLst>
              <a:ext uri="{FF2B5EF4-FFF2-40B4-BE49-F238E27FC236}">
                <a16:creationId xmlns:a16="http://schemas.microsoft.com/office/drawing/2014/main" id="{31A68C5B-68DE-B7DA-1E60-74B3B07F0EDD}"/>
              </a:ext>
            </a:extLst>
          </p:cNvPr>
          <p:cNvSpPr/>
          <p:nvPr/>
        </p:nvSpPr>
        <p:spPr>
          <a:xfrm>
            <a:off x="6223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  <p:sp>
        <p:nvSpPr>
          <p:cNvPr id="13" name="Georgia 72 1,5">
            <a:extLst>
              <a:ext uri="{FF2B5EF4-FFF2-40B4-BE49-F238E27FC236}">
                <a16:creationId xmlns:a16="http://schemas.microsoft.com/office/drawing/2014/main" id="{3421712F-7C2B-C1A8-6444-71442354384C}"/>
              </a:ext>
            </a:extLst>
          </p:cNvPr>
          <p:cNvSpPr/>
          <p:nvPr/>
        </p:nvSpPr>
        <p:spPr>
          <a:xfrm>
            <a:off x="9207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Georgia" panose="02040502050405020303" pitchFamily="18" charset="0"/>
              </a:rPr>
              <a:t>Hxg two</a:t>
            </a:r>
          </a:p>
        </p:txBody>
      </p:sp>
    </p:spTree>
    <p:extLst>
      <p:ext uri="{BB962C8B-B14F-4D97-AF65-F5344CB8AC3E}">
        <p14:creationId xmlns:p14="http://schemas.microsoft.com/office/powerpoint/2010/main" val="287015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ace Grotesk 12 0,8">
            <a:extLst>
              <a:ext uri="{FF2B5EF4-FFF2-40B4-BE49-F238E27FC236}">
                <a16:creationId xmlns:a16="http://schemas.microsoft.com/office/drawing/2014/main" id="{14B26EAB-D093-4A14-09C8-B44A56121665}"/>
              </a:ext>
            </a:extLst>
          </p:cNvPr>
          <p:cNvSpPr/>
          <p:nvPr/>
        </p:nvSpPr>
        <p:spPr>
          <a:xfrm>
            <a:off x="254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3" name="Space Grotesk 12 1,0">
            <a:extLst>
              <a:ext uri="{FF2B5EF4-FFF2-40B4-BE49-F238E27FC236}">
                <a16:creationId xmlns:a16="http://schemas.microsoft.com/office/drawing/2014/main" id="{67B5E29E-39BB-3B51-D549-A874B2957B83}"/>
              </a:ext>
            </a:extLst>
          </p:cNvPr>
          <p:cNvSpPr/>
          <p:nvPr/>
        </p:nvSpPr>
        <p:spPr>
          <a:xfrm>
            <a:off x="3238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4" name="Space Grotesk 12 1,2">
            <a:extLst>
              <a:ext uri="{FF2B5EF4-FFF2-40B4-BE49-F238E27FC236}">
                <a16:creationId xmlns:a16="http://schemas.microsoft.com/office/drawing/2014/main" id="{8C3AED0A-2AAA-B016-BC7B-FC496B068EAA}"/>
              </a:ext>
            </a:extLst>
          </p:cNvPr>
          <p:cNvSpPr/>
          <p:nvPr/>
        </p:nvSpPr>
        <p:spPr>
          <a:xfrm>
            <a:off x="62230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5" name="Space Grotesk 12 1,5">
            <a:extLst>
              <a:ext uri="{FF2B5EF4-FFF2-40B4-BE49-F238E27FC236}">
                <a16:creationId xmlns:a16="http://schemas.microsoft.com/office/drawing/2014/main" id="{B124C234-B46E-BD70-6A80-76D6BE736751}"/>
              </a:ext>
            </a:extLst>
          </p:cNvPr>
          <p:cNvSpPr/>
          <p:nvPr/>
        </p:nvSpPr>
        <p:spPr>
          <a:xfrm>
            <a:off x="9207500" y="254000"/>
            <a:ext cx="2857500" cy="69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1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6" name="Space Grotesk 36 0,8">
            <a:extLst>
              <a:ext uri="{FF2B5EF4-FFF2-40B4-BE49-F238E27FC236}">
                <a16:creationId xmlns:a16="http://schemas.microsoft.com/office/drawing/2014/main" id="{78D3CEF1-B2AE-C34B-3CDF-DD4E1D956618}"/>
              </a:ext>
            </a:extLst>
          </p:cNvPr>
          <p:cNvSpPr/>
          <p:nvPr/>
        </p:nvSpPr>
        <p:spPr>
          <a:xfrm>
            <a:off x="254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7" name="Space Grotesk 36 1,0">
            <a:extLst>
              <a:ext uri="{FF2B5EF4-FFF2-40B4-BE49-F238E27FC236}">
                <a16:creationId xmlns:a16="http://schemas.microsoft.com/office/drawing/2014/main" id="{0700BE86-A971-2524-B086-09F154471E63}"/>
              </a:ext>
            </a:extLst>
          </p:cNvPr>
          <p:cNvSpPr/>
          <p:nvPr/>
        </p:nvSpPr>
        <p:spPr>
          <a:xfrm>
            <a:off x="3238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8" name="Space Grotesk 36 1,2">
            <a:extLst>
              <a:ext uri="{FF2B5EF4-FFF2-40B4-BE49-F238E27FC236}">
                <a16:creationId xmlns:a16="http://schemas.microsoft.com/office/drawing/2014/main" id="{3A53FDB7-DC28-8C81-C062-2877E01EA6A1}"/>
              </a:ext>
            </a:extLst>
          </p:cNvPr>
          <p:cNvSpPr/>
          <p:nvPr/>
        </p:nvSpPr>
        <p:spPr>
          <a:xfrm>
            <a:off x="62230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9" name="Space Grotesk 36 1,5">
            <a:extLst>
              <a:ext uri="{FF2B5EF4-FFF2-40B4-BE49-F238E27FC236}">
                <a16:creationId xmlns:a16="http://schemas.microsoft.com/office/drawing/2014/main" id="{83E14998-BC40-1070-46C7-8C88E42595CC}"/>
              </a:ext>
            </a:extLst>
          </p:cNvPr>
          <p:cNvSpPr/>
          <p:nvPr/>
        </p:nvSpPr>
        <p:spPr>
          <a:xfrm>
            <a:off x="9207500" y="1016000"/>
            <a:ext cx="285750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36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10" name="Space Grotesk 72 0,8">
            <a:extLst>
              <a:ext uri="{FF2B5EF4-FFF2-40B4-BE49-F238E27FC236}">
                <a16:creationId xmlns:a16="http://schemas.microsoft.com/office/drawing/2014/main" id="{E1BEC8EF-8324-E5E5-CC0E-BAEEF24C079D}"/>
              </a:ext>
            </a:extLst>
          </p:cNvPr>
          <p:cNvSpPr/>
          <p:nvPr/>
        </p:nvSpPr>
        <p:spPr>
          <a:xfrm>
            <a:off x="254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8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11" name="Space Grotesk 72 1,0">
            <a:extLst>
              <a:ext uri="{FF2B5EF4-FFF2-40B4-BE49-F238E27FC236}">
                <a16:creationId xmlns:a16="http://schemas.microsoft.com/office/drawing/2014/main" id="{1FFCBE7F-4880-376D-AA97-2F07D9A185BA}"/>
              </a:ext>
            </a:extLst>
          </p:cNvPr>
          <p:cNvSpPr/>
          <p:nvPr/>
        </p:nvSpPr>
        <p:spPr>
          <a:xfrm>
            <a:off x="3238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12" name="Space Grotesk 72 1,2">
            <a:extLst>
              <a:ext uri="{FF2B5EF4-FFF2-40B4-BE49-F238E27FC236}">
                <a16:creationId xmlns:a16="http://schemas.microsoft.com/office/drawing/2014/main" id="{75787BF5-2C75-2110-07B0-FAF1A96AADD1}"/>
              </a:ext>
            </a:extLst>
          </p:cNvPr>
          <p:cNvSpPr/>
          <p:nvPr/>
        </p:nvSpPr>
        <p:spPr>
          <a:xfrm>
            <a:off x="62230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2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  <p:sp>
        <p:nvSpPr>
          <p:cNvPr id="13" name="Space Grotesk 72 1,5">
            <a:extLst>
              <a:ext uri="{FF2B5EF4-FFF2-40B4-BE49-F238E27FC236}">
                <a16:creationId xmlns:a16="http://schemas.microsoft.com/office/drawing/2014/main" id="{6D0314EE-046A-E617-0340-03D62631E5AA}"/>
              </a:ext>
            </a:extLst>
          </p:cNvPr>
          <p:cNvSpPr/>
          <p:nvPr/>
        </p:nvSpPr>
        <p:spPr>
          <a:xfrm>
            <a:off x="9207500" y="2794000"/>
            <a:ext cx="28575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one</a:t>
            </a:r>
          </a:p>
          <a:p>
            <a:pPr>
              <a:lnSpc>
                <a:spcPct val="150000"/>
              </a:lnSpc>
            </a:pPr>
            <a:r>
              <a:rPr lang="de-DE" sz="7200">
                <a:solidFill>
                  <a:srgbClr val="FFFFFF"/>
                </a:solidFill>
                <a:latin typeface="Space Grotesk" pitchFamily="2" charset="77"/>
              </a:rPr>
              <a:t>Hxg two</a:t>
            </a:r>
          </a:p>
        </p:txBody>
      </p:sp>
    </p:spTree>
    <p:extLst>
      <p:ext uri="{BB962C8B-B14F-4D97-AF65-F5344CB8AC3E}">
        <p14:creationId xmlns:p14="http://schemas.microsoft.com/office/powerpoint/2010/main" val="200330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Macintosh PowerPoint</Application>
  <PresentationFormat>Breitbild</PresentationFormat>
  <Paragraphs>120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Space Grotesk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2026-10-05T16:12:55Z</dcterms:created>
  <dcterms:modified xsi:type="dcterms:W3CDTF">2026-10-05T16:13:02Z</dcterms:modified>
</cp:coreProperties>
</file>